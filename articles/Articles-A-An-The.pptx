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Today we will learn the three English articles: a, an and the. We will also learn when we use no article at all. Look at the colors: blue is always a / an, orange is always the, and grey (the symbol Ø) means no article. These colors stay the same on every slide. By the end, you will be able to choose the right article with confidence.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plan. We start with the basics, then learn how to choose between a and an. Next we look at when to use a / an, when to use the, and when to use no article. At the end we put everything together in one chart, look at common mistakes, and practice with a short quiz.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article is a very small word, but it carries important information. It always comes before a noun, or before an adjective + noun, like "a big house". English has two indefinite articles, a and an, which mean "any one". It has one definite article, the, which means "the specific one we both know". And very often we use no article at all. We write this as Ø, which simply means "nothing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 important idea in the whole lesson. If I say "Can I borrow a pen?", I mean any pen. I don't care which one. If I say "Can I borrow the pen?", I mean one specific pen, for example the pen on your desk that we can both see. The noun "pen" is the same. Only the article changes, and the meaning changes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one rule for a and an. We do not look at the first letter of the word. We listen to the first sound. This is why we say "an hour" (the h is silent) but "a university" (it starts with a "you" sound). On the next two slides we will see how this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"a" when the next word starts with a consonant sound, like b, c, d or t. Use "an" when the next word starts with a vowel sound: the sounds of a, e, i, o and u. We use "an" because it is easier to say: "an apple" flows better than "a apple". Look at the tip at the bottom: the article only cares about the word right after it. "An apple" becomes "a red apple", because "red" starts with a consonant sound. "A car" becomes "an old car", because "old" starts with a vowel sound.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words confuse many learners. "University" starts with the letter u, but we say "you-niversity", which starts with a consonant sound, so we say "a university". "One" starts with a "w" sound, so it is "a one-day trip". On the right, "hour" and "honest" start with a silent h, so the first sound is a vowel: "an hour", "an honest man". Letters in abbreviations are read by their names: M is "em" and X is "eks", so we say "an MBA" and "an X-ray". If you are not sure, say the word out loud and listen.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six most common uses of a / an. One: when we mention something for the first time. The listener doesn't know it yet. Two: when we mean any one, and it doesn't matter which. Three: with jobs. In English we must say "She is an engineer", never "She is engineer". Four: when we describe something or say what kind of thing it is. Five: a / an can simply mean "one": "an hour" is "one hour". Six: to say "per" or "every": "twice a week", "ninety kilometres an hour".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 an comes from the old word for "one". So we can only use it with one countable thing. We never say "a books", because "books" is plural. We also never say "a water" or "an advice", because these nouns are uncountable: we cannot count them one by one. Instead we say "some water", "some advice", or we use a container or unit: "a glass of water", "a piece of advice". Be careful: in many languages "advice", "information" and "news" are countable, but in English they are uncountable.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always means: the listener knows exactly which one. One: the second time we mention something. First "a film", then "the film". Two: things that are unique, like the sun, the moon or the internet. Three: when the situation makes it clear. If there is one door in the room, it is "the door". Four: when extra words make it specific: "the man who called you", "the book on the table". Five: with superlatives like "the best" or "the biggest", because only one thing can be the best. Six: with first, last, next, only and same, for the same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 names are a special area. We use "the" with rivers, seas and oceans, mountain ranges and deserts. We also use it with country names that contain a word like States, Kingdom or Emirates, and with plural names like the Netherlands. But most countries, all cities, continents, single mountains, lakes and streets take no article. So we say "I live in Uzbekistan", not "the Uzbekistan", and "I live in Tashkent", not "the Tashkent". One useful clue: when a name has "of" in it, it usually takes "the": the Republic of Uzbekistan, the Gulf of Mexico.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uses of "the" are fixed. We just need to learn them. We play the piano and play the guitar. "The" + an adjective can mean a whole group of people: the rich, the young, the elderly. We use "the" for a nationality as a whole group: the British, the Chinese. Famous buildings, museums, hotels and many newspapers take "the". We also say "the 1990s" for decades, and "the Smiths" or "the Karimovs" for a whole family.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very common mistake. When we talk about something in general, we use no article. "Dogs are loyal animals" means all dogs. "The dogs next door are very loud" means some specific dogs. "I love music" means music in general. "I love the music in this film" means one specific music. So ask yourself: am I talking about everything in general, or about specific ones? General: no article. Specific: the.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six groups of words that normally take no article. Meals: have breakfast, have lunch. Sports and games: play football, play chess. Compare this with musical instruments, which take "the": play the piano. Languages and school subjects: speak English, study math. Days, months and years: on Monday, in July, in 2026. Names of people, cities and most countries. And transport after "by": by bus, by car, by train.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Words like school, bed, hospital, prison, church and university work in a special way. When we use the place for its main purpose, we use no article. A student goes to school to study. A tired person goes to bed to sleep. A patient is in hospital. But when we mean just the building or the object, we use "the": parents go to the school for a meeting, your phone is on the bed, you go to the hospital to visit a friend. Also remember these phrases with no article: at home, at work, at night, go home. Note that American English usually says "in the hospital".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one chart covers almost every noun. Ask two questions. First: is the noun singular and countable, or is it plural or uncountable? Second: is it specific, meaning we both know which one, or is it general? If it is specific, the answer is always "the", for any kind of noun. If it is general and singular countable, use a or an. If it is general and plural or uncountable, use no article. Finally, if you chose a / an, check the first sound of the next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Languages like Uzbek and Russian have no articles, so learners often forget them or add them in the wrong place. Here are seven very common mistakes. Read the wrong sentence, then the right one, then the reason. Notice that every reason is a rule we already learned: jobs take a / an, silent h means a vowel sound, general ideas take no article, unique things take the, sports take no article, uncountable nouns never take a / an, and superlatives take the.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read a short story together and watch the articles. "A new phone" and "an umbrella" are new information, so we use a / an. After that, the listener knows which phone and which umbrella, so they become "the phone" and "the umbrella". "The first day" takes "the" because of the word "first". "The shop near my house" is made specific by "near my house". "The manager" is the manager of that shop, so we both know who. Finally, "good service" is a general idea, so it has no article.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it's your turn. Read each sentence and choose a, an, the, or no article (Ø). Take about two minutes. Think about the rules: is it the first sound? Is it one countable thing? Do we both know which one? Is it general? Then go to the next slide to check your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check. One: an umbrella, because of the vowel sound. Two: the moon, because there is only one. Three: a university, because it starts with a "you" sound. Four: no article, because meals take no article. Five: the window, because we both know which one. Six: an hour, because the h is silent. Seven: the guitar, because musical instruments take "the". Eight: no article, because honesty is a general idea. How many did you get right? Seven or eight means you have understood articles very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everything on one page. Take a photo of this slide or write it in your notebook. A / an means any one: one countable thing, the first mention, jobs, "one" and "per", and "an" before a vowel sound. The means the specific one: the second mention, unique things, things we both know, superlatives, and some place names. No article means general: general plurals, general ideas, meals, sports, languages, most countries and cities, and fixed phrases like "go to school" and "by bus".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finish, remember three questions. One: is the noun one countable thing, or is it plural or uncountable? Two: do we both know which one? If yes, use "the". If not, use a / an, or no article for things in general. Three: if you need a / an, what is the first sound of the next word? Practice these three questions every time you speak or write, and articles will soon become automatic. Thank you! Are there any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5233F"/>
        </a:solidFill>
      </p:bgPr>
    </p:bg>
    <p:spTree>
      <p:nvGrpSpPr>
        <p:cNvPr id="1" name=""/>
        <p:cNvGrpSpPr/>
        <p:nvPr/>
      </p:nvGrpSpPr>
      <p:grpSpPr>
        <a:xfrm>
          <a:off x="0" y="0"/>
          <a:ext cx="0" cy="0"/>
          <a:chOff x="0" y="0"/>
          <a:chExt cx="0" cy="0"/>
        </a:xfrm>
      </p:grpSpPr>
      <p:sp>
        <p:nvSpPr>
          <p:cNvPr id="2" name="Text 0"/>
          <p:cNvSpPr txBox="1"/>
          <p:nvPr/>
        </p:nvSpPr>
        <p:spPr>
          <a:xfrm>
            <a:off x="812810" y="1894911"/>
            <a:ext cx="10815798" cy="228600"/>
          </a:xfrm>
          <a:prstGeom prst="rect">
            <a:avLst/>
          </a:prstGeom>
          <a:noFill/>
          <a:ln/>
        </p:spPr>
        <p:txBody>
          <a:bodyPr wrap="square" lIns="0" tIns="0" rIns="0" bIns="0" rtlCol="0" anchor="t"/>
          <a:lstStyle/>
          <a:p>
            <a:pPr algn="l" indent="0" marL="0">
              <a:lnSpc>
                <a:spcPts val="1680"/>
              </a:lnSpc>
              <a:buNone/>
            </a:pPr>
            <a:r>
              <a:rPr lang="en-US" sz="1200" b="1" spc="200" kern="0" dirty="0">
                <a:solidFill>
                  <a:srgbClr val="F4A261"/>
                </a:solidFill>
                <a:latin typeface="Arial" pitchFamily="34" charset="0"/>
                <a:ea typeface="Arial" pitchFamily="34" charset="-122"/>
                <a:cs typeface="Arial" pitchFamily="34" charset="-120"/>
              </a:rPr>
              <a:t>ENGLISH GRAMMAR ESSENTIALS</a:t>
            </a:r>
            <a:endParaRPr lang="en-US" sz="1200" dirty="0"/>
          </a:p>
        </p:txBody>
      </p:sp>
      <p:sp>
        <p:nvSpPr>
          <p:cNvPr id="3" name="Text 1"/>
          <p:cNvSpPr txBox="1"/>
          <p:nvPr/>
        </p:nvSpPr>
        <p:spPr>
          <a:xfrm>
            <a:off x="812810" y="2377440"/>
            <a:ext cx="10815798" cy="960029"/>
          </a:xfrm>
          <a:prstGeom prst="rect">
            <a:avLst/>
          </a:prstGeom>
          <a:noFill/>
          <a:ln/>
        </p:spPr>
        <p:txBody>
          <a:bodyPr wrap="square" lIns="0" tIns="0" rIns="0" bIns="0" rtlCol="0" anchor="t"/>
          <a:lstStyle/>
          <a:p>
            <a:pPr algn="l" indent="0" marL="0">
              <a:lnSpc>
                <a:spcPts val="7560"/>
              </a:lnSpc>
              <a:buNone/>
            </a:pPr>
            <a:r>
              <a:rPr lang="en-US" sz="7200" b="1" dirty="0">
                <a:solidFill>
                  <a:srgbClr val="8DB0F5"/>
                </a:solidFill>
                <a:latin typeface="Arial" pitchFamily="34" charset="0"/>
                <a:ea typeface="Arial" pitchFamily="34" charset="-122"/>
                <a:cs typeface="Arial" pitchFamily="34" charset="-120"/>
              </a:rPr>
              <a:t>A</a:t>
            </a:r>
            <a:pPr algn="l" indent="0" marL="0">
              <a:lnSpc>
                <a:spcPts val="7560"/>
              </a:lnSpc>
              <a:buNone/>
            </a:pPr>
            <a:r>
              <a:rPr lang="en-US" sz="7200" b="1" dirty="0">
                <a:solidFill>
                  <a:srgbClr val="F4EFE4"/>
                </a:solidFill>
                <a:latin typeface="Arial" pitchFamily="34" charset="0"/>
                <a:ea typeface="Arial" pitchFamily="34" charset="-122"/>
                <a:cs typeface="Arial" pitchFamily="34" charset="-120"/>
              </a:rPr>
              <a:t>, </a:t>
            </a:r>
            <a:pPr algn="l" indent="0" marL="0">
              <a:lnSpc>
                <a:spcPts val="7560"/>
              </a:lnSpc>
              <a:buNone/>
            </a:pPr>
            <a:r>
              <a:rPr lang="en-US" sz="7200" b="1" dirty="0">
                <a:solidFill>
                  <a:srgbClr val="8DB0F5"/>
                </a:solidFill>
                <a:latin typeface="Arial" pitchFamily="34" charset="0"/>
                <a:ea typeface="Arial" pitchFamily="34" charset="-122"/>
                <a:cs typeface="Arial" pitchFamily="34" charset="-120"/>
              </a:rPr>
              <a:t>An</a:t>
            </a:r>
            <a:pPr algn="l" indent="0" marL="0">
              <a:lnSpc>
                <a:spcPts val="7560"/>
              </a:lnSpc>
              <a:buNone/>
            </a:pPr>
            <a:r>
              <a:rPr lang="en-US" sz="7200" b="1" dirty="0">
                <a:solidFill>
                  <a:srgbClr val="F4EFE4"/>
                </a:solidFill>
                <a:latin typeface="Arial" pitchFamily="34" charset="0"/>
                <a:ea typeface="Arial" pitchFamily="34" charset="-122"/>
                <a:cs typeface="Arial" pitchFamily="34" charset="-120"/>
              </a:rPr>
              <a:t> &amp; </a:t>
            </a:r>
            <a:pPr algn="l" indent="0" marL="0">
              <a:lnSpc>
                <a:spcPts val="7560"/>
              </a:lnSpc>
              <a:buNone/>
            </a:pPr>
            <a:r>
              <a:rPr lang="en-US" sz="7200" b="1" dirty="0">
                <a:solidFill>
                  <a:srgbClr val="F4A261"/>
                </a:solidFill>
                <a:latin typeface="Arial" pitchFamily="34" charset="0"/>
                <a:ea typeface="Arial" pitchFamily="34" charset="-122"/>
                <a:cs typeface="Arial" pitchFamily="34" charset="-120"/>
              </a:rPr>
              <a:t>The</a:t>
            </a:r>
            <a:endParaRPr lang="en-US" sz="7200" dirty="0"/>
          </a:p>
        </p:txBody>
      </p:sp>
      <p:sp>
        <p:nvSpPr>
          <p:cNvPr id="4" name="Text 2"/>
          <p:cNvSpPr txBox="1"/>
          <p:nvPr/>
        </p:nvSpPr>
        <p:spPr>
          <a:xfrm>
            <a:off x="812810" y="3566160"/>
            <a:ext cx="8069580" cy="736641"/>
          </a:xfrm>
          <a:prstGeom prst="rect">
            <a:avLst/>
          </a:prstGeom>
          <a:noFill/>
          <a:ln/>
        </p:spPr>
        <p:txBody>
          <a:bodyPr wrap="square" lIns="0" tIns="0" rIns="0" bIns="0" rtlCol="0" anchor="t"/>
          <a:lstStyle/>
          <a:p>
            <a:pPr algn="l" indent="0" marL="0">
              <a:lnSpc>
                <a:spcPts val="2800"/>
              </a:lnSpc>
              <a:buNone/>
            </a:pPr>
            <a:r>
              <a:rPr lang="en-US" sz="2000" dirty="0">
                <a:solidFill>
                  <a:srgbClr val="C9D1DE"/>
                </a:solidFill>
                <a:latin typeface="Arial" pitchFamily="34" charset="0"/>
                <a:ea typeface="Arial" pitchFamily="34" charset="-122"/>
                <a:cs typeface="Arial" pitchFamily="34" charset="-120"/>
              </a:rPr>
              <a:t>A clear, step-by-step guide to English articles: what they mean, when to use them, and when to use no article at all.</a:t>
            </a:r>
            <a:endParaRPr lang="en-US" sz="2000" dirty="0"/>
          </a:p>
        </p:txBody>
      </p:sp>
      <p:sp>
        <p:nvSpPr>
          <p:cNvPr id="5" name="Shape 3"/>
          <p:cNvSpPr/>
          <p:nvPr/>
        </p:nvSpPr>
        <p:spPr>
          <a:xfrm>
            <a:off x="812810" y="4556730"/>
            <a:ext cx="1538295" cy="391089"/>
          </a:xfrm>
          <a:prstGeom prst="roundRect">
            <a:avLst>
              <a:gd name="adj" fmla="val 50012"/>
            </a:avLst>
          </a:prstGeom>
          <a:ln w="12700">
            <a:solidFill>
              <a:srgbClr val="8DB0F5"/>
            </a:solidFill>
            <a:prstDash val="solid"/>
          </a:ln>
        </p:spPr>
      </p:sp>
      <p:sp>
        <p:nvSpPr>
          <p:cNvPr id="6" name="Text 4"/>
          <p:cNvSpPr txBox="1"/>
          <p:nvPr/>
        </p:nvSpPr>
        <p:spPr>
          <a:xfrm>
            <a:off x="1003280" y="4630339"/>
            <a:ext cx="1218529" cy="228600"/>
          </a:xfrm>
          <a:prstGeom prst="rect">
            <a:avLst/>
          </a:prstGeom>
          <a:noFill/>
          <a:ln/>
        </p:spPr>
        <p:txBody>
          <a:bodyPr wrap="square" lIns="0" tIns="0" rIns="0" bIns="0" rtlCol="0" anchor="t"/>
          <a:lstStyle/>
          <a:p>
            <a:pPr algn="l" indent="0" marL="0">
              <a:lnSpc>
                <a:spcPts val="1680"/>
              </a:lnSpc>
              <a:buNone/>
            </a:pPr>
            <a:r>
              <a:rPr lang="en-US" sz="1200" b="1" dirty="0">
                <a:solidFill>
                  <a:srgbClr val="8DB0F5"/>
                </a:solidFill>
                <a:latin typeface="Arial" pitchFamily="34" charset="0"/>
                <a:ea typeface="Arial" pitchFamily="34" charset="-122"/>
                <a:cs typeface="Arial" pitchFamily="34" charset="-120"/>
              </a:rPr>
              <a:t>A / AN · any one</a:t>
            </a:r>
            <a:endParaRPr lang="en-US" sz="1200" dirty="0"/>
          </a:p>
        </p:txBody>
      </p:sp>
      <p:sp>
        <p:nvSpPr>
          <p:cNvPr id="7" name="Shape 5"/>
          <p:cNvSpPr/>
          <p:nvPr/>
        </p:nvSpPr>
        <p:spPr>
          <a:xfrm>
            <a:off x="2503444" y="4556730"/>
            <a:ext cx="1973092" cy="391089"/>
          </a:xfrm>
          <a:prstGeom prst="roundRect">
            <a:avLst>
              <a:gd name="adj" fmla="val 50012"/>
            </a:avLst>
          </a:prstGeom>
          <a:ln w="12700">
            <a:solidFill>
              <a:srgbClr val="F4A261"/>
            </a:solidFill>
            <a:prstDash val="solid"/>
          </a:ln>
        </p:spPr>
      </p:sp>
      <p:sp>
        <p:nvSpPr>
          <p:cNvPr id="8" name="Text 6"/>
          <p:cNvSpPr txBox="1"/>
          <p:nvPr/>
        </p:nvSpPr>
        <p:spPr>
          <a:xfrm>
            <a:off x="2694005" y="4630339"/>
            <a:ext cx="1662013" cy="228600"/>
          </a:xfrm>
          <a:prstGeom prst="rect">
            <a:avLst/>
          </a:prstGeom>
          <a:noFill/>
          <a:ln/>
        </p:spPr>
        <p:txBody>
          <a:bodyPr wrap="square" lIns="0" tIns="0" rIns="0" bIns="0" rtlCol="0" anchor="t"/>
          <a:lstStyle/>
          <a:p>
            <a:pPr algn="l" indent="0" marL="0">
              <a:lnSpc>
                <a:spcPts val="1680"/>
              </a:lnSpc>
              <a:buNone/>
            </a:pPr>
            <a:r>
              <a:rPr lang="en-US" sz="1200" b="1" dirty="0">
                <a:solidFill>
                  <a:srgbClr val="F4A261"/>
                </a:solidFill>
                <a:latin typeface="Arial" pitchFamily="34" charset="0"/>
                <a:ea typeface="Arial" pitchFamily="34" charset="-122"/>
                <a:cs typeface="Arial" pitchFamily="34" charset="-120"/>
              </a:rPr>
              <a:t>THE · the specific one</a:t>
            </a:r>
            <a:endParaRPr lang="en-US" sz="1200" dirty="0"/>
          </a:p>
        </p:txBody>
      </p:sp>
      <p:sp>
        <p:nvSpPr>
          <p:cNvPr id="9" name="Shape 7"/>
          <p:cNvSpPr/>
          <p:nvPr/>
        </p:nvSpPr>
        <p:spPr>
          <a:xfrm>
            <a:off x="4628967" y="4556730"/>
            <a:ext cx="1312530" cy="391089"/>
          </a:xfrm>
          <a:prstGeom prst="roundRect">
            <a:avLst>
              <a:gd name="adj" fmla="val 50012"/>
            </a:avLst>
          </a:prstGeom>
          <a:ln w="12700">
            <a:solidFill>
              <a:srgbClr val="B9C2D0"/>
            </a:solidFill>
            <a:prstDash val="solid"/>
          </a:ln>
        </p:spPr>
      </p:sp>
      <p:sp>
        <p:nvSpPr>
          <p:cNvPr id="10" name="Text 8"/>
          <p:cNvSpPr txBox="1"/>
          <p:nvPr/>
        </p:nvSpPr>
        <p:spPr>
          <a:xfrm>
            <a:off x="4819437" y="4630339"/>
            <a:ext cx="988284" cy="228600"/>
          </a:xfrm>
          <a:prstGeom prst="rect">
            <a:avLst/>
          </a:prstGeom>
          <a:noFill/>
          <a:ln/>
        </p:spPr>
        <p:txBody>
          <a:bodyPr wrap="square" lIns="0" tIns="0" rIns="0" bIns="0" rtlCol="0" anchor="t"/>
          <a:lstStyle/>
          <a:p>
            <a:pPr algn="l" indent="0" marL="0">
              <a:lnSpc>
                <a:spcPts val="1680"/>
              </a:lnSpc>
              <a:buNone/>
            </a:pPr>
            <a:r>
              <a:rPr lang="en-US" sz="1200" b="1" dirty="0">
                <a:solidFill>
                  <a:srgbClr val="B9C2D0"/>
                </a:solidFill>
                <a:latin typeface="Arial" pitchFamily="34" charset="0"/>
                <a:ea typeface="Arial" pitchFamily="34" charset="-122"/>
                <a:cs typeface="Arial" pitchFamily="34" charset="-120"/>
              </a:rPr>
              <a:t>Ø · no article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7F0"/>
        </a:solidFill>
      </p:bgPr>
    </p:bg>
    <p:spTree>
      <p:nvGrpSpPr>
        <p:cNvPr id="1" name=""/>
        <p:cNvGrpSpPr/>
        <p:nvPr/>
      </p:nvGrpSpPr>
      <p:grpSpPr>
        <a:xfrm>
          <a:off x="0" y="0"/>
          <a:ext cx="0" cy="0"/>
          <a:chOff x="0" y="0"/>
          <a:chExt cx="0" cy="0"/>
        </a:xfrm>
      </p:grpSpPr>
      <p:sp>
        <p:nvSpPr>
          <p:cNvPr id="2" name="Text 0"/>
          <p:cNvSpPr txBox="1"/>
          <p:nvPr/>
        </p:nvSpPr>
        <p:spPr>
          <a:xfrm>
            <a:off x="812810" y="797540"/>
            <a:ext cx="10815798" cy="228600"/>
          </a:xfrm>
          <a:prstGeom prst="rect">
            <a:avLst/>
          </a:prstGeom>
          <a:noFill/>
          <a:ln/>
        </p:spPr>
        <p:txBody>
          <a:bodyPr wrap="square" lIns="0" tIns="0" rIns="0" bIns="0" rtlCol="0" anchor="t"/>
          <a:lstStyle/>
          <a:p>
            <a:pPr algn="l" indent="0" marL="0">
              <a:lnSpc>
                <a:spcPts val="1680"/>
              </a:lnSpc>
              <a:buNone/>
            </a:pPr>
            <a:r>
              <a:rPr lang="en-US" sz="1200" b="1" spc="150" kern="0" dirty="0">
                <a:solidFill>
                  <a:srgbClr val="636B78"/>
                </a:solidFill>
                <a:latin typeface="Arial" pitchFamily="34" charset="0"/>
                <a:ea typeface="Arial" pitchFamily="34" charset="-122"/>
                <a:cs typeface="Arial" pitchFamily="34" charset="-120"/>
              </a:rPr>
              <a:t>OVERVIEW</a:t>
            </a:r>
            <a:endParaRPr lang="en-US" sz="1200" dirty="0"/>
          </a:p>
        </p:txBody>
      </p:sp>
      <p:sp>
        <p:nvSpPr>
          <p:cNvPr id="3" name="Text 1"/>
          <p:cNvSpPr txBox="1"/>
          <p:nvPr/>
        </p:nvSpPr>
        <p:spPr>
          <a:xfrm>
            <a:off x="812810" y="1102309"/>
            <a:ext cx="10815798" cy="446959"/>
          </a:xfrm>
          <a:prstGeom prst="rect">
            <a:avLst/>
          </a:prstGeom>
          <a:noFill/>
          <a:ln/>
        </p:spPr>
        <p:txBody>
          <a:bodyPr wrap="square" lIns="0" tIns="0" rIns="0" bIns="0" rtlCol="0" anchor="t"/>
          <a:lstStyle/>
          <a:p>
            <a:pPr algn="l" indent="0" marL="0">
              <a:lnSpc>
                <a:spcPts val="3520"/>
              </a:lnSpc>
              <a:buNone/>
            </a:pPr>
            <a:r>
              <a:rPr lang="en-US" sz="3200" b="1" dirty="0">
                <a:solidFill>
                  <a:srgbClr val="15233F"/>
                </a:solidFill>
                <a:latin typeface="Arial" pitchFamily="34" charset="0"/>
                <a:ea typeface="Arial" pitchFamily="34" charset="-122"/>
                <a:cs typeface="Arial" pitchFamily="34" charset="-120"/>
              </a:rPr>
              <a:t>What you will learn</a:t>
            </a:r>
            <a:endParaRPr lang="en-US" sz="3200" dirty="0"/>
          </a:p>
        </p:txBody>
      </p:sp>
      <p:sp>
        <p:nvSpPr>
          <p:cNvPr id="4" name="Text 2"/>
          <p:cNvSpPr txBox="1"/>
          <p:nvPr/>
        </p:nvSpPr>
        <p:spPr>
          <a:xfrm>
            <a:off x="812810" y="1904878"/>
            <a:ext cx="556230" cy="304770"/>
          </a:xfrm>
          <a:prstGeom prst="rect">
            <a:avLst/>
          </a:prstGeom>
          <a:noFill/>
          <a:ln/>
        </p:spPr>
        <p:txBody>
          <a:bodyPr wrap="square" lIns="0" tIns="0" rIns="0" bIns="0" rtlCol="0" anchor="t"/>
          <a:lstStyle/>
          <a:p>
            <a:pPr algn="l" indent="0" marL="0">
              <a:lnSpc>
                <a:spcPts val="2400"/>
              </a:lnSpc>
              <a:buNone/>
            </a:pPr>
            <a:r>
              <a:rPr lang="en-US" sz="2000" b="1" dirty="0">
                <a:solidFill>
                  <a:srgbClr val="A2470F"/>
                </a:solidFill>
                <a:latin typeface="Arial" pitchFamily="34" charset="0"/>
                <a:ea typeface="Arial" pitchFamily="34" charset="-122"/>
                <a:cs typeface="Arial" pitchFamily="34" charset="-120"/>
              </a:rPr>
              <a:t>01</a:t>
            </a:r>
            <a:endParaRPr lang="en-US" sz="2000" dirty="0"/>
          </a:p>
        </p:txBody>
      </p:sp>
      <p:sp>
        <p:nvSpPr>
          <p:cNvPr id="5" name="Text 3"/>
          <p:cNvSpPr txBox="1"/>
          <p:nvPr/>
        </p:nvSpPr>
        <p:spPr>
          <a:xfrm>
            <a:off x="1498610" y="1904878"/>
            <a:ext cx="4572000" cy="304770"/>
          </a:xfrm>
          <a:prstGeom prst="rect">
            <a:avLst/>
          </a:prstGeom>
          <a:noFill/>
          <a:ln/>
        </p:spPr>
        <p:txBody>
          <a:bodyPr wrap="square" lIns="0" tIns="0" rIns="0" bIns="0" rtlCol="0" anchor="t"/>
          <a:lstStyle/>
          <a:p>
            <a:pPr algn="l" indent="0" marL="0">
              <a:lnSpc>
                <a:spcPts val="2400"/>
              </a:lnSpc>
              <a:buNone/>
            </a:pPr>
            <a:r>
              <a:rPr lang="en-US" sz="2000" b="1" dirty="0">
                <a:solidFill>
                  <a:srgbClr val="15233F"/>
                </a:solidFill>
                <a:latin typeface="Arial" pitchFamily="34" charset="0"/>
                <a:ea typeface="Arial" pitchFamily="34" charset="-122"/>
                <a:cs typeface="Arial" pitchFamily="34" charset="-120"/>
              </a:rPr>
              <a:t>The basics</a:t>
            </a:r>
            <a:endParaRPr lang="en-US" sz="2000" dirty="0"/>
          </a:p>
        </p:txBody>
      </p:sp>
      <p:sp>
        <p:nvSpPr>
          <p:cNvPr id="6" name="Text 4"/>
          <p:cNvSpPr txBox="1"/>
          <p:nvPr/>
        </p:nvSpPr>
        <p:spPr>
          <a:xfrm>
            <a:off x="1498610" y="2245218"/>
            <a:ext cx="4572000" cy="289499"/>
          </a:xfrm>
          <a:prstGeom prst="rect">
            <a:avLst/>
          </a:prstGeom>
          <a:noFill/>
          <a:ln/>
        </p:spPr>
        <p:txBody>
          <a:bodyPr wrap="square" lIns="0" tIns="0" rIns="0" bIns="0" rtlCol="0" anchor="t"/>
          <a:lstStyle/>
          <a:p>
            <a:pPr algn="l" indent="0" marL="0">
              <a:lnSpc>
                <a:spcPts val="2160"/>
              </a:lnSpc>
              <a:buNone/>
            </a:pPr>
            <a:r>
              <a:rPr lang="en-US" sz="1600" dirty="0">
                <a:solidFill>
                  <a:srgbClr val="3F4A5C"/>
                </a:solidFill>
                <a:latin typeface="Arial" pitchFamily="34" charset="0"/>
                <a:ea typeface="Arial" pitchFamily="34" charset="-122"/>
                <a:cs typeface="Arial" pitchFamily="34" charset="-120"/>
              </a:rPr>
              <a:t>What an article is and what it tells the listener.</a:t>
            </a:r>
            <a:endParaRPr lang="en-US" sz="1600" dirty="0"/>
          </a:p>
        </p:txBody>
      </p:sp>
      <p:sp>
        <p:nvSpPr>
          <p:cNvPr id="7" name="Text 5"/>
          <p:cNvSpPr txBox="1"/>
          <p:nvPr/>
        </p:nvSpPr>
        <p:spPr>
          <a:xfrm>
            <a:off x="6248370" y="1904878"/>
            <a:ext cx="556230" cy="304770"/>
          </a:xfrm>
          <a:prstGeom prst="rect">
            <a:avLst/>
          </a:prstGeom>
          <a:noFill/>
          <a:ln/>
        </p:spPr>
        <p:txBody>
          <a:bodyPr wrap="square" lIns="0" tIns="0" rIns="0" bIns="0" rtlCol="0" anchor="t"/>
          <a:lstStyle/>
          <a:p>
            <a:pPr algn="l" indent="0" marL="0">
              <a:lnSpc>
                <a:spcPts val="2400"/>
              </a:lnSpc>
              <a:buNone/>
            </a:pPr>
            <a:r>
              <a:rPr lang="en-US" sz="2000" b="1" dirty="0">
                <a:solidFill>
                  <a:srgbClr val="A2470F"/>
                </a:solidFill>
                <a:latin typeface="Arial" pitchFamily="34" charset="0"/>
                <a:ea typeface="Arial" pitchFamily="34" charset="-122"/>
                <a:cs typeface="Arial" pitchFamily="34" charset="-120"/>
              </a:rPr>
              <a:t>02</a:t>
            </a:r>
            <a:endParaRPr lang="en-US" sz="2000" dirty="0"/>
          </a:p>
        </p:txBody>
      </p:sp>
      <p:sp>
        <p:nvSpPr>
          <p:cNvPr id="8" name="Text 6"/>
          <p:cNvSpPr txBox="1"/>
          <p:nvPr/>
        </p:nvSpPr>
        <p:spPr>
          <a:xfrm>
            <a:off x="6934170" y="1904878"/>
            <a:ext cx="4572000" cy="304770"/>
          </a:xfrm>
          <a:prstGeom prst="rect">
            <a:avLst/>
          </a:prstGeom>
          <a:noFill/>
          <a:ln/>
        </p:spPr>
        <p:txBody>
          <a:bodyPr wrap="square" lIns="0" tIns="0" rIns="0" bIns="0" rtlCol="0" anchor="t"/>
          <a:lstStyle/>
          <a:p>
            <a:pPr algn="l" indent="0" marL="0">
              <a:lnSpc>
                <a:spcPts val="2400"/>
              </a:lnSpc>
              <a:buNone/>
            </a:pPr>
            <a:r>
              <a:rPr lang="en-US" sz="2000" b="1" dirty="0">
                <a:solidFill>
                  <a:srgbClr val="15233F"/>
                </a:solidFill>
                <a:latin typeface="Arial" pitchFamily="34" charset="0"/>
                <a:ea typeface="Arial" pitchFamily="34" charset="-122"/>
                <a:cs typeface="Arial" pitchFamily="34" charset="-120"/>
              </a:rPr>
              <a:t>A or An?</a:t>
            </a:r>
            <a:endParaRPr lang="en-US" sz="2000" dirty="0"/>
          </a:p>
        </p:txBody>
      </p:sp>
      <p:sp>
        <p:nvSpPr>
          <p:cNvPr id="9" name="Text 7"/>
          <p:cNvSpPr txBox="1"/>
          <p:nvPr/>
        </p:nvSpPr>
        <p:spPr>
          <a:xfrm>
            <a:off x="6934170" y="2245218"/>
            <a:ext cx="4572000" cy="289499"/>
          </a:xfrm>
          <a:prstGeom prst="rect">
            <a:avLst/>
          </a:prstGeom>
          <a:noFill/>
          <a:ln/>
        </p:spPr>
        <p:txBody>
          <a:bodyPr wrap="square" lIns="0" tIns="0" rIns="0" bIns="0" rtlCol="0" anchor="t"/>
          <a:lstStyle/>
          <a:p>
            <a:pPr algn="l" indent="0" marL="0">
              <a:lnSpc>
                <a:spcPts val="2160"/>
              </a:lnSpc>
              <a:buNone/>
            </a:pPr>
            <a:r>
              <a:rPr lang="en-US" sz="1600" dirty="0">
                <a:solidFill>
                  <a:srgbClr val="3F4A5C"/>
                </a:solidFill>
                <a:latin typeface="Arial" pitchFamily="34" charset="0"/>
                <a:ea typeface="Arial" pitchFamily="34" charset="-122"/>
                <a:cs typeface="Arial" pitchFamily="34" charset="-120"/>
              </a:rPr>
              <a:t>How the first sound of the next word decides.</a:t>
            </a:r>
            <a:endParaRPr lang="en-US" sz="1600" dirty="0"/>
          </a:p>
        </p:txBody>
      </p:sp>
      <p:sp>
        <p:nvSpPr>
          <p:cNvPr id="10" name="Text 8"/>
          <p:cNvSpPr txBox="1"/>
          <p:nvPr/>
        </p:nvSpPr>
        <p:spPr>
          <a:xfrm>
            <a:off x="812810" y="2839578"/>
            <a:ext cx="556230" cy="304770"/>
          </a:xfrm>
          <a:prstGeom prst="rect">
            <a:avLst/>
          </a:prstGeom>
          <a:noFill/>
          <a:ln/>
        </p:spPr>
        <p:txBody>
          <a:bodyPr wrap="square" lIns="0" tIns="0" rIns="0" bIns="0" rtlCol="0" anchor="t"/>
          <a:lstStyle/>
          <a:p>
            <a:pPr algn="l" indent="0" marL="0">
              <a:lnSpc>
                <a:spcPts val="2400"/>
              </a:lnSpc>
              <a:buNone/>
            </a:pPr>
            <a:r>
              <a:rPr lang="en-US" sz="2000" b="1" dirty="0">
                <a:solidFill>
                  <a:srgbClr val="A2470F"/>
                </a:solidFill>
                <a:latin typeface="Arial" pitchFamily="34" charset="0"/>
                <a:ea typeface="Arial" pitchFamily="34" charset="-122"/>
                <a:cs typeface="Arial" pitchFamily="34" charset="-120"/>
              </a:rPr>
              <a:t>03</a:t>
            </a:r>
            <a:endParaRPr lang="en-US" sz="2000" dirty="0"/>
          </a:p>
        </p:txBody>
      </p:sp>
      <p:sp>
        <p:nvSpPr>
          <p:cNvPr id="11" name="Text 9"/>
          <p:cNvSpPr txBox="1"/>
          <p:nvPr/>
        </p:nvSpPr>
        <p:spPr>
          <a:xfrm>
            <a:off x="1498610" y="2839578"/>
            <a:ext cx="4572000" cy="304770"/>
          </a:xfrm>
          <a:prstGeom prst="rect">
            <a:avLst/>
          </a:prstGeom>
          <a:noFill/>
          <a:ln/>
        </p:spPr>
        <p:txBody>
          <a:bodyPr wrap="square" lIns="0" tIns="0" rIns="0" bIns="0" rtlCol="0" anchor="t"/>
          <a:lstStyle/>
          <a:p>
            <a:pPr algn="l" indent="0" marL="0">
              <a:lnSpc>
                <a:spcPts val="2400"/>
              </a:lnSpc>
              <a:buNone/>
            </a:pPr>
            <a:r>
              <a:rPr lang="en-US" sz="2000" b="1" dirty="0">
                <a:solidFill>
                  <a:srgbClr val="15233F"/>
                </a:solidFill>
                <a:latin typeface="Arial" pitchFamily="34" charset="0"/>
                <a:ea typeface="Arial" pitchFamily="34" charset="-122"/>
                <a:cs typeface="Arial" pitchFamily="34" charset="-120"/>
              </a:rPr>
              <a:t>Using A / AN</a:t>
            </a:r>
            <a:endParaRPr lang="en-US" sz="2000" dirty="0"/>
          </a:p>
        </p:txBody>
      </p:sp>
      <p:sp>
        <p:nvSpPr>
          <p:cNvPr id="12" name="Text 10"/>
          <p:cNvSpPr txBox="1"/>
          <p:nvPr/>
        </p:nvSpPr>
        <p:spPr>
          <a:xfrm>
            <a:off x="1498610" y="3179917"/>
            <a:ext cx="4572000" cy="289499"/>
          </a:xfrm>
          <a:prstGeom prst="rect">
            <a:avLst/>
          </a:prstGeom>
          <a:noFill/>
          <a:ln/>
        </p:spPr>
        <p:txBody>
          <a:bodyPr wrap="square" lIns="0" tIns="0" rIns="0" bIns="0" rtlCol="0" anchor="t"/>
          <a:lstStyle/>
          <a:p>
            <a:pPr algn="l" indent="0" marL="0">
              <a:lnSpc>
                <a:spcPts val="2160"/>
              </a:lnSpc>
              <a:buNone/>
            </a:pPr>
            <a:r>
              <a:rPr lang="en-US" sz="1600" dirty="0">
                <a:solidFill>
                  <a:srgbClr val="3F4A5C"/>
                </a:solidFill>
                <a:latin typeface="Arial" pitchFamily="34" charset="0"/>
                <a:ea typeface="Arial" pitchFamily="34" charset="-122"/>
                <a:cs typeface="Arial" pitchFamily="34" charset="-120"/>
              </a:rPr>
              <a:t>Six common situations, and one important limit.</a:t>
            </a:r>
            <a:endParaRPr lang="en-US" sz="1600" dirty="0"/>
          </a:p>
        </p:txBody>
      </p:sp>
      <p:sp>
        <p:nvSpPr>
          <p:cNvPr id="13" name="Text 11"/>
          <p:cNvSpPr txBox="1"/>
          <p:nvPr/>
        </p:nvSpPr>
        <p:spPr>
          <a:xfrm>
            <a:off x="6248370" y="2839578"/>
            <a:ext cx="556230" cy="304770"/>
          </a:xfrm>
          <a:prstGeom prst="rect">
            <a:avLst/>
          </a:prstGeom>
          <a:noFill/>
          <a:ln/>
        </p:spPr>
        <p:txBody>
          <a:bodyPr wrap="square" lIns="0" tIns="0" rIns="0" bIns="0" rtlCol="0" anchor="t"/>
          <a:lstStyle/>
          <a:p>
            <a:pPr algn="l" indent="0" marL="0">
              <a:lnSpc>
                <a:spcPts val="2400"/>
              </a:lnSpc>
              <a:buNone/>
            </a:pPr>
            <a:r>
              <a:rPr lang="en-US" sz="2000" b="1" dirty="0">
                <a:solidFill>
                  <a:srgbClr val="A2470F"/>
                </a:solidFill>
                <a:latin typeface="Arial" pitchFamily="34" charset="0"/>
                <a:ea typeface="Arial" pitchFamily="34" charset="-122"/>
                <a:cs typeface="Arial" pitchFamily="34" charset="-120"/>
              </a:rPr>
              <a:t>04</a:t>
            </a:r>
            <a:endParaRPr lang="en-US" sz="2000" dirty="0"/>
          </a:p>
        </p:txBody>
      </p:sp>
      <p:sp>
        <p:nvSpPr>
          <p:cNvPr id="14" name="Text 12"/>
          <p:cNvSpPr txBox="1"/>
          <p:nvPr/>
        </p:nvSpPr>
        <p:spPr>
          <a:xfrm>
            <a:off x="6934170" y="2839578"/>
            <a:ext cx="4572000" cy="304770"/>
          </a:xfrm>
          <a:prstGeom prst="rect">
            <a:avLst/>
          </a:prstGeom>
          <a:noFill/>
          <a:ln/>
        </p:spPr>
        <p:txBody>
          <a:bodyPr wrap="square" lIns="0" tIns="0" rIns="0" bIns="0" rtlCol="0" anchor="t"/>
          <a:lstStyle/>
          <a:p>
            <a:pPr algn="l" indent="0" marL="0">
              <a:lnSpc>
                <a:spcPts val="2400"/>
              </a:lnSpc>
              <a:buNone/>
            </a:pPr>
            <a:r>
              <a:rPr lang="en-US" sz="2000" b="1" dirty="0">
                <a:solidFill>
                  <a:srgbClr val="15233F"/>
                </a:solidFill>
                <a:latin typeface="Arial" pitchFamily="34" charset="0"/>
                <a:ea typeface="Arial" pitchFamily="34" charset="-122"/>
                <a:cs typeface="Arial" pitchFamily="34" charset="-120"/>
              </a:rPr>
              <a:t>Using THE</a:t>
            </a:r>
            <a:endParaRPr lang="en-US" sz="2000" dirty="0"/>
          </a:p>
        </p:txBody>
      </p:sp>
      <p:sp>
        <p:nvSpPr>
          <p:cNvPr id="15" name="Text 13"/>
          <p:cNvSpPr txBox="1"/>
          <p:nvPr/>
        </p:nvSpPr>
        <p:spPr>
          <a:xfrm>
            <a:off x="6934170" y="3179917"/>
            <a:ext cx="4572000" cy="289499"/>
          </a:xfrm>
          <a:prstGeom prst="rect">
            <a:avLst/>
          </a:prstGeom>
          <a:noFill/>
          <a:ln/>
        </p:spPr>
        <p:txBody>
          <a:bodyPr wrap="square" lIns="0" tIns="0" rIns="0" bIns="0" rtlCol="0" anchor="t"/>
          <a:lstStyle/>
          <a:p>
            <a:pPr algn="l" indent="0" marL="0">
              <a:lnSpc>
                <a:spcPts val="2160"/>
              </a:lnSpc>
              <a:buNone/>
            </a:pPr>
            <a:r>
              <a:rPr lang="en-US" sz="1600" dirty="0">
                <a:solidFill>
                  <a:srgbClr val="3F4A5C"/>
                </a:solidFill>
                <a:latin typeface="Arial" pitchFamily="34" charset="0"/>
                <a:ea typeface="Arial" pitchFamily="34" charset="-122"/>
                <a:cs typeface="Arial" pitchFamily="34" charset="-120"/>
              </a:rPr>
              <a:t>Specific things, unique things and place names.</a:t>
            </a:r>
            <a:endParaRPr lang="en-US" sz="1600" dirty="0"/>
          </a:p>
        </p:txBody>
      </p:sp>
      <p:sp>
        <p:nvSpPr>
          <p:cNvPr id="16" name="Text 14"/>
          <p:cNvSpPr txBox="1"/>
          <p:nvPr/>
        </p:nvSpPr>
        <p:spPr>
          <a:xfrm>
            <a:off x="812810" y="3774186"/>
            <a:ext cx="556230" cy="304770"/>
          </a:xfrm>
          <a:prstGeom prst="rect">
            <a:avLst/>
          </a:prstGeom>
          <a:noFill/>
          <a:ln/>
        </p:spPr>
        <p:txBody>
          <a:bodyPr wrap="square" lIns="0" tIns="0" rIns="0" bIns="0" rtlCol="0" anchor="t"/>
          <a:lstStyle/>
          <a:p>
            <a:pPr algn="l" indent="0" marL="0">
              <a:lnSpc>
                <a:spcPts val="2400"/>
              </a:lnSpc>
              <a:buNone/>
            </a:pPr>
            <a:r>
              <a:rPr lang="en-US" sz="2000" b="1" dirty="0">
                <a:solidFill>
                  <a:srgbClr val="A2470F"/>
                </a:solidFill>
                <a:latin typeface="Arial" pitchFamily="34" charset="0"/>
                <a:ea typeface="Arial" pitchFamily="34" charset="-122"/>
                <a:cs typeface="Arial" pitchFamily="34" charset="-120"/>
              </a:rPr>
              <a:t>05</a:t>
            </a:r>
            <a:endParaRPr lang="en-US" sz="2000" dirty="0"/>
          </a:p>
        </p:txBody>
      </p:sp>
      <p:sp>
        <p:nvSpPr>
          <p:cNvPr id="17" name="Text 15"/>
          <p:cNvSpPr txBox="1"/>
          <p:nvPr/>
        </p:nvSpPr>
        <p:spPr>
          <a:xfrm>
            <a:off x="1498610" y="3774186"/>
            <a:ext cx="4572000" cy="304770"/>
          </a:xfrm>
          <a:prstGeom prst="rect">
            <a:avLst/>
          </a:prstGeom>
          <a:noFill/>
          <a:ln/>
        </p:spPr>
        <p:txBody>
          <a:bodyPr wrap="square" lIns="0" tIns="0" rIns="0" bIns="0" rtlCol="0" anchor="t"/>
          <a:lstStyle/>
          <a:p>
            <a:pPr algn="l" indent="0" marL="0">
              <a:lnSpc>
                <a:spcPts val="2400"/>
              </a:lnSpc>
              <a:buNone/>
            </a:pPr>
            <a:r>
              <a:rPr lang="en-US" sz="2000" b="1" dirty="0">
                <a:solidFill>
                  <a:srgbClr val="15233F"/>
                </a:solidFill>
                <a:latin typeface="Arial" pitchFamily="34" charset="0"/>
                <a:ea typeface="Arial" pitchFamily="34" charset="-122"/>
                <a:cs typeface="Arial" pitchFamily="34" charset="-120"/>
              </a:rPr>
              <a:t>No article (Ø)</a:t>
            </a:r>
            <a:endParaRPr lang="en-US" sz="2000" dirty="0"/>
          </a:p>
        </p:txBody>
      </p:sp>
      <p:sp>
        <p:nvSpPr>
          <p:cNvPr id="18" name="Text 16"/>
          <p:cNvSpPr txBox="1"/>
          <p:nvPr/>
        </p:nvSpPr>
        <p:spPr>
          <a:xfrm>
            <a:off x="1498610" y="4114526"/>
            <a:ext cx="4572000" cy="289499"/>
          </a:xfrm>
          <a:prstGeom prst="rect">
            <a:avLst/>
          </a:prstGeom>
          <a:noFill/>
          <a:ln/>
        </p:spPr>
        <p:txBody>
          <a:bodyPr wrap="square" lIns="0" tIns="0" rIns="0" bIns="0" rtlCol="0" anchor="t"/>
          <a:lstStyle/>
          <a:p>
            <a:pPr algn="l" indent="0" marL="0">
              <a:lnSpc>
                <a:spcPts val="2160"/>
              </a:lnSpc>
              <a:buNone/>
            </a:pPr>
            <a:r>
              <a:rPr lang="en-US" sz="1600" dirty="0">
                <a:solidFill>
                  <a:srgbClr val="3F4A5C"/>
                </a:solidFill>
                <a:latin typeface="Arial" pitchFamily="34" charset="0"/>
                <a:ea typeface="Arial" pitchFamily="34" charset="-122"/>
                <a:cs typeface="Arial" pitchFamily="34" charset="-120"/>
              </a:rPr>
              <a:t>General ideas, meals, sports, names and more.</a:t>
            </a:r>
            <a:endParaRPr lang="en-US" sz="1600" dirty="0"/>
          </a:p>
        </p:txBody>
      </p:sp>
      <p:sp>
        <p:nvSpPr>
          <p:cNvPr id="19" name="Text 17"/>
          <p:cNvSpPr txBox="1"/>
          <p:nvPr/>
        </p:nvSpPr>
        <p:spPr>
          <a:xfrm>
            <a:off x="6248370" y="3774186"/>
            <a:ext cx="556230" cy="304770"/>
          </a:xfrm>
          <a:prstGeom prst="rect">
            <a:avLst/>
          </a:prstGeom>
          <a:noFill/>
          <a:ln/>
        </p:spPr>
        <p:txBody>
          <a:bodyPr wrap="square" lIns="0" tIns="0" rIns="0" bIns="0" rtlCol="0" anchor="t"/>
          <a:lstStyle/>
          <a:p>
            <a:pPr algn="l" indent="0" marL="0">
              <a:lnSpc>
                <a:spcPts val="2400"/>
              </a:lnSpc>
              <a:buNone/>
            </a:pPr>
            <a:r>
              <a:rPr lang="en-US" sz="2000" b="1" dirty="0">
                <a:solidFill>
                  <a:srgbClr val="A2470F"/>
                </a:solidFill>
                <a:latin typeface="Arial" pitchFamily="34" charset="0"/>
                <a:ea typeface="Arial" pitchFamily="34" charset="-122"/>
                <a:cs typeface="Arial" pitchFamily="34" charset="-120"/>
              </a:rPr>
              <a:t>06</a:t>
            </a:r>
            <a:endParaRPr lang="en-US" sz="2000" dirty="0"/>
          </a:p>
        </p:txBody>
      </p:sp>
      <p:sp>
        <p:nvSpPr>
          <p:cNvPr id="20" name="Text 18"/>
          <p:cNvSpPr txBox="1"/>
          <p:nvPr/>
        </p:nvSpPr>
        <p:spPr>
          <a:xfrm>
            <a:off x="6934170" y="3774186"/>
            <a:ext cx="4572000" cy="304770"/>
          </a:xfrm>
          <a:prstGeom prst="rect">
            <a:avLst/>
          </a:prstGeom>
          <a:noFill/>
          <a:ln/>
        </p:spPr>
        <p:txBody>
          <a:bodyPr wrap="square" lIns="0" tIns="0" rIns="0" bIns="0" rtlCol="0" anchor="t"/>
          <a:lstStyle/>
          <a:p>
            <a:pPr algn="l" indent="0" marL="0">
              <a:lnSpc>
                <a:spcPts val="2400"/>
              </a:lnSpc>
              <a:buNone/>
            </a:pPr>
            <a:r>
              <a:rPr lang="en-US" sz="2000" b="1" dirty="0">
                <a:solidFill>
                  <a:srgbClr val="15233F"/>
                </a:solidFill>
                <a:latin typeface="Arial" pitchFamily="34" charset="0"/>
                <a:ea typeface="Arial" pitchFamily="34" charset="-122"/>
                <a:cs typeface="Arial" pitchFamily="34" charset="-120"/>
              </a:rPr>
              <a:t>Putting it together</a:t>
            </a:r>
            <a:endParaRPr lang="en-US" sz="2000" dirty="0"/>
          </a:p>
        </p:txBody>
      </p:sp>
      <p:sp>
        <p:nvSpPr>
          <p:cNvPr id="21" name="Text 19"/>
          <p:cNvSpPr txBox="1"/>
          <p:nvPr/>
        </p:nvSpPr>
        <p:spPr>
          <a:xfrm>
            <a:off x="6934170" y="4114526"/>
            <a:ext cx="4572000" cy="563728"/>
          </a:xfrm>
          <a:prstGeom prst="rect">
            <a:avLst/>
          </a:prstGeom>
          <a:noFill/>
          <a:ln/>
        </p:spPr>
        <p:txBody>
          <a:bodyPr wrap="square" lIns="0" tIns="0" rIns="0" bIns="0" rtlCol="0" anchor="t"/>
          <a:lstStyle/>
          <a:p>
            <a:pPr algn="l" indent="0" marL="0">
              <a:lnSpc>
                <a:spcPts val="2160"/>
              </a:lnSpc>
              <a:buNone/>
            </a:pPr>
            <a:r>
              <a:rPr lang="en-US" sz="1600" dirty="0">
                <a:solidFill>
                  <a:srgbClr val="3F4A5C"/>
                </a:solidFill>
                <a:latin typeface="Arial" pitchFamily="34" charset="0"/>
                <a:ea typeface="Arial" pitchFamily="34" charset="-122"/>
                <a:cs typeface="Arial" pitchFamily="34" charset="-120"/>
              </a:rPr>
              <a:t>One simple chart, common mistakes and practice.</a:t>
            </a:r>
            <a:endParaRPr lang="en-US" sz="1600" dirty="0"/>
          </a:p>
        </p:txBody>
      </p:sp>
      <p:sp>
        <p:nvSpPr>
          <p:cNvPr id="22" name="Text 20"/>
          <p:cNvSpPr txBox="1"/>
          <p:nvPr/>
        </p:nvSpPr>
        <p:spPr>
          <a:xfrm>
            <a:off x="812810" y="6223041"/>
            <a:ext cx="7810530" cy="228600"/>
          </a:xfrm>
          <a:prstGeom prst="rect">
            <a:avLst/>
          </a:prstGeom>
          <a:noFill/>
          <a:ln/>
        </p:spPr>
        <p:txBody>
          <a:bodyPr wrap="square" lIns="0" tIns="0" rIns="0" bIns="0" rtlCol="0" anchor="t"/>
          <a:lstStyle/>
          <a:p>
            <a:pPr algn="l" indent="0" marL="0">
              <a:lnSpc>
                <a:spcPts val="1680"/>
              </a:lnSpc>
              <a:buNone/>
            </a:pPr>
            <a:r>
              <a:rPr lang="en-US" sz="1200" dirty="0">
                <a:solidFill>
                  <a:srgbClr val="636B78"/>
                </a:solidFill>
                <a:latin typeface="Arial" pitchFamily="34" charset="0"/>
                <a:ea typeface="Arial" pitchFamily="34" charset="-122"/>
                <a:cs typeface="Arial" pitchFamily="34" charset="-120"/>
              </a:rPr>
              <a:t>English Articles · A, An &amp; The</a:t>
            </a:r>
            <a:endParaRPr lang="en-US" sz="1200" dirty="0"/>
          </a:p>
        </p:txBody>
      </p:sp>
      <p:sp>
        <p:nvSpPr>
          <p:cNvPr id="23" name="Text 21"/>
          <p:cNvSpPr txBox="1"/>
          <p:nvPr/>
        </p:nvSpPr>
        <p:spPr>
          <a:xfrm>
            <a:off x="10045690" y="6223041"/>
            <a:ext cx="1333470" cy="228600"/>
          </a:xfrm>
          <a:prstGeom prst="rect">
            <a:avLst/>
          </a:prstGeom>
          <a:noFill/>
          <a:ln/>
        </p:spPr>
        <p:txBody>
          <a:bodyPr wrap="square" lIns="0" tIns="0" rIns="0" bIns="0" rtlCol="0" anchor="t"/>
          <a:lstStyle/>
          <a:p>
            <a:pPr algn="r" indent="0" marL="0">
              <a:lnSpc>
                <a:spcPts val="1680"/>
              </a:lnSpc>
              <a:buNone/>
            </a:pPr>
            <a:r>
              <a:rPr lang="en-US" sz="1200" dirty="0">
                <a:solidFill>
                  <a:srgbClr val="636B78"/>
                </a:solidFill>
                <a:latin typeface="Arial" pitchFamily="34" charset="0"/>
                <a:ea typeface="Arial" pitchFamily="34" charset="-122"/>
                <a:cs typeface="Arial" pitchFamily="34" charset="-120"/>
              </a:rPr>
              <a:t>02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7F0"/>
        </a:solidFill>
      </p:bgPr>
    </p:bg>
    <p:spTree>
      <p:nvGrpSpPr>
        <p:cNvPr id="1" name=""/>
        <p:cNvGrpSpPr/>
        <p:nvPr/>
      </p:nvGrpSpPr>
      <p:grpSpPr>
        <a:xfrm>
          <a:off x="0" y="0"/>
          <a:ext cx="0" cy="0"/>
          <a:chOff x="0" y="0"/>
          <a:chExt cx="0" cy="0"/>
        </a:xfrm>
      </p:grpSpPr>
      <p:sp>
        <p:nvSpPr>
          <p:cNvPr id="2" name="Text 0"/>
          <p:cNvSpPr txBox="1"/>
          <p:nvPr/>
        </p:nvSpPr>
        <p:spPr>
          <a:xfrm>
            <a:off x="812810" y="797540"/>
            <a:ext cx="10815798" cy="228600"/>
          </a:xfrm>
          <a:prstGeom prst="rect">
            <a:avLst/>
          </a:prstGeom>
          <a:noFill/>
          <a:ln/>
        </p:spPr>
        <p:txBody>
          <a:bodyPr wrap="square" lIns="0" tIns="0" rIns="0" bIns="0" rtlCol="0" anchor="t"/>
          <a:lstStyle/>
          <a:p>
            <a:pPr algn="l" indent="0" marL="0">
              <a:lnSpc>
                <a:spcPts val="1680"/>
              </a:lnSpc>
              <a:buNone/>
            </a:pPr>
            <a:r>
              <a:rPr lang="en-US" sz="1200" b="1" spc="150" kern="0" dirty="0">
                <a:solidFill>
                  <a:srgbClr val="636B78"/>
                </a:solidFill>
                <a:latin typeface="Arial" pitchFamily="34" charset="0"/>
                <a:ea typeface="Arial" pitchFamily="34" charset="-122"/>
                <a:cs typeface="Arial" pitchFamily="34" charset="-120"/>
              </a:rPr>
              <a:t>01 · THE BASICS</a:t>
            </a:r>
            <a:endParaRPr lang="en-US" sz="1200" dirty="0"/>
          </a:p>
        </p:txBody>
      </p:sp>
      <p:sp>
        <p:nvSpPr>
          <p:cNvPr id="3" name="Text 1"/>
          <p:cNvSpPr txBox="1"/>
          <p:nvPr/>
        </p:nvSpPr>
        <p:spPr>
          <a:xfrm>
            <a:off x="812810" y="1102309"/>
            <a:ext cx="10815798" cy="446959"/>
          </a:xfrm>
          <a:prstGeom prst="rect">
            <a:avLst/>
          </a:prstGeom>
          <a:noFill/>
          <a:ln/>
        </p:spPr>
        <p:txBody>
          <a:bodyPr wrap="square" lIns="0" tIns="0" rIns="0" bIns="0" rtlCol="0" anchor="t"/>
          <a:lstStyle/>
          <a:p>
            <a:pPr algn="l" indent="0" marL="0">
              <a:lnSpc>
                <a:spcPts val="3520"/>
              </a:lnSpc>
              <a:buNone/>
            </a:pPr>
            <a:r>
              <a:rPr lang="en-US" sz="3200" b="1" dirty="0">
                <a:solidFill>
                  <a:srgbClr val="15233F"/>
                </a:solidFill>
                <a:latin typeface="Arial" pitchFamily="34" charset="0"/>
                <a:ea typeface="Arial" pitchFamily="34" charset="-122"/>
                <a:cs typeface="Arial" pitchFamily="34" charset="-120"/>
              </a:rPr>
              <a:t>What is an article?</a:t>
            </a:r>
            <a:endParaRPr lang="en-US" sz="3200" dirty="0"/>
          </a:p>
        </p:txBody>
      </p:sp>
      <p:sp>
        <p:nvSpPr>
          <p:cNvPr id="4" name="Text 2"/>
          <p:cNvSpPr txBox="1"/>
          <p:nvPr/>
        </p:nvSpPr>
        <p:spPr>
          <a:xfrm>
            <a:off x="812810" y="1777868"/>
            <a:ext cx="10815798" cy="736641"/>
          </a:xfrm>
          <a:prstGeom prst="rect">
            <a:avLst/>
          </a:prstGeom>
          <a:noFill/>
          <a:ln/>
        </p:spPr>
        <p:txBody>
          <a:bodyPr wrap="square" lIns="0" tIns="0" rIns="0" bIns="0" rtlCol="0" anchor="t"/>
          <a:lstStyle/>
          <a:p>
            <a:pPr algn="l" indent="0" marL="0">
              <a:lnSpc>
                <a:spcPts val="2800"/>
              </a:lnSpc>
              <a:buNone/>
            </a:pPr>
            <a:r>
              <a:rPr lang="en-US" sz="2000" dirty="0">
                <a:solidFill>
                  <a:srgbClr val="3F4A5C"/>
                </a:solidFill>
                <a:latin typeface="Arial" pitchFamily="34" charset="0"/>
                <a:ea typeface="Arial" pitchFamily="34" charset="-122"/>
                <a:cs typeface="Arial" pitchFamily="34" charset="-120"/>
              </a:rPr>
              <a:t>An article is a small word that comes </a:t>
            </a:r>
            <a:pPr algn="l" indent="0" marL="0">
              <a:lnSpc>
                <a:spcPts val="2800"/>
              </a:lnSpc>
              <a:buNone/>
            </a:pPr>
            <a:r>
              <a:rPr lang="en-US" sz="2000" b="1" dirty="0">
                <a:solidFill>
                  <a:srgbClr val="3F4A5C"/>
                </a:solidFill>
                <a:latin typeface="Arial" pitchFamily="34" charset="0"/>
                <a:ea typeface="Arial" pitchFamily="34" charset="-122"/>
                <a:cs typeface="Arial" pitchFamily="34" charset="-120"/>
              </a:rPr>
              <a:t>before a noun</a:t>
            </a:r>
            <a:pPr algn="l" indent="0" marL="0">
              <a:lnSpc>
                <a:spcPts val="2800"/>
              </a:lnSpc>
              <a:buNone/>
            </a:pPr>
            <a:r>
              <a:rPr lang="en-US" sz="2000" dirty="0">
                <a:solidFill>
                  <a:srgbClr val="3F4A5C"/>
                </a:solidFill>
                <a:latin typeface="Arial" pitchFamily="34" charset="0"/>
                <a:ea typeface="Arial" pitchFamily="34" charset="-122"/>
                <a:cs typeface="Arial" pitchFamily="34" charset="-120"/>
              </a:rPr>
              <a:t>. It tells the listener: do you mean </a:t>
            </a:r>
            <a:pPr algn="l" indent="0" marL="0">
              <a:lnSpc>
                <a:spcPts val="2800"/>
              </a:lnSpc>
              <a:buNone/>
            </a:pPr>
            <a:r>
              <a:rPr lang="en-US" sz="2000" b="1" dirty="0">
                <a:solidFill>
                  <a:srgbClr val="3F4A5C"/>
                </a:solidFill>
                <a:latin typeface="Arial" pitchFamily="34" charset="0"/>
                <a:ea typeface="Arial" pitchFamily="34" charset="-122"/>
                <a:cs typeface="Arial" pitchFamily="34" charset="-120"/>
              </a:rPr>
              <a:t>any one</a:t>
            </a:r>
            <a:pPr algn="l" indent="0" marL="0">
              <a:lnSpc>
                <a:spcPts val="2800"/>
              </a:lnSpc>
              <a:buNone/>
            </a:pPr>
            <a:r>
              <a:rPr lang="en-US" sz="2000" dirty="0">
                <a:solidFill>
                  <a:srgbClr val="3F4A5C"/>
                </a:solidFill>
                <a:latin typeface="Arial" pitchFamily="34" charset="0"/>
                <a:ea typeface="Arial" pitchFamily="34" charset="-122"/>
                <a:cs typeface="Arial" pitchFamily="34" charset="-120"/>
              </a:rPr>
              <a:t> thing, or </a:t>
            </a:r>
            <a:pPr algn="l" indent="0" marL="0">
              <a:lnSpc>
                <a:spcPts val="2800"/>
              </a:lnSpc>
              <a:buNone/>
            </a:pPr>
            <a:r>
              <a:rPr lang="en-US" sz="2000" b="1" dirty="0">
                <a:solidFill>
                  <a:srgbClr val="3F4A5C"/>
                </a:solidFill>
                <a:latin typeface="Arial" pitchFamily="34" charset="0"/>
                <a:ea typeface="Arial" pitchFamily="34" charset="-122"/>
                <a:cs typeface="Arial" pitchFamily="34" charset="-120"/>
              </a:rPr>
              <a:t>one specific</a:t>
            </a:r>
            <a:pPr algn="l" indent="0" marL="0">
              <a:lnSpc>
                <a:spcPts val="2800"/>
              </a:lnSpc>
              <a:buNone/>
            </a:pPr>
            <a:r>
              <a:rPr lang="en-US" sz="2000" dirty="0">
                <a:solidFill>
                  <a:srgbClr val="3F4A5C"/>
                </a:solidFill>
                <a:latin typeface="Arial" pitchFamily="34" charset="0"/>
                <a:ea typeface="Arial" pitchFamily="34" charset="-122"/>
                <a:cs typeface="Arial" pitchFamily="34" charset="-120"/>
              </a:rPr>
              <a:t> thing?</a:t>
            </a:r>
            <a:endParaRPr lang="en-US" sz="2000" dirty="0"/>
          </a:p>
        </p:txBody>
      </p:sp>
      <p:sp>
        <p:nvSpPr>
          <p:cNvPr id="5" name="Shape 3"/>
          <p:cNvSpPr/>
          <p:nvPr/>
        </p:nvSpPr>
        <p:spPr>
          <a:xfrm>
            <a:off x="812810" y="2768529"/>
            <a:ext cx="2489180" cy="2443094"/>
          </a:xfrm>
          <a:prstGeom prst="roundRect">
            <a:avLst>
              <a:gd name="adj" fmla="val 4158"/>
            </a:avLst>
          </a:prstGeom>
          <a:solidFill>
            <a:srgbClr val="E4EBFA"/>
          </a:solidFill>
          <a:ln/>
        </p:spPr>
      </p:sp>
      <p:sp>
        <p:nvSpPr>
          <p:cNvPr id="6" name="Text 4"/>
          <p:cNvSpPr txBox="1"/>
          <p:nvPr/>
        </p:nvSpPr>
        <p:spPr>
          <a:xfrm>
            <a:off x="1041410" y="2981858"/>
            <a:ext cx="2110710" cy="228600"/>
          </a:xfrm>
          <a:prstGeom prst="rect">
            <a:avLst/>
          </a:prstGeom>
          <a:noFill/>
          <a:ln/>
        </p:spPr>
        <p:txBody>
          <a:bodyPr wrap="square" lIns="0" tIns="0" rIns="0" bIns="0" rtlCol="0" anchor="t"/>
          <a:lstStyle/>
          <a:p>
            <a:pPr algn="l" indent="0" marL="0">
              <a:lnSpc>
                <a:spcPts val="1680"/>
              </a:lnSpc>
              <a:buNone/>
            </a:pPr>
            <a:r>
              <a:rPr lang="en-US" sz="1200" b="1" spc="100" kern="0" dirty="0">
                <a:solidFill>
                  <a:srgbClr val="2A5BC4"/>
                </a:solidFill>
                <a:latin typeface="Arial" pitchFamily="34" charset="0"/>
                <a:ea typeface="Arial" pitchFamily="34" charset="-122"/>
                <a:cs typeface="Arial" pitchFamily="34" charset="-120"/>
              </a:rPr>
              <a:t>INDEFINITE</a:t>
            </a:r>
            <a:endParaRPr lang="en-US" sz="1200" dirty="0"/>
          </a:p>
        </p:txBody>
      </p:sp>
      <p:sp>
        <p:nvSpPr>
          <p:cNvPr id="7" name="Text 5"/>
          <p:cNvSpPr txBox="1"/>
          <p:nvPr/>
        </p:nvSpPr>
        <p:spPr>
          <a:xfrm>
            <a:off x="1041410" y="3286628"/>
            <a:ext cx="2110710" cy="446959"/>
          </a:xfrm>
          <a:prstGeom prst="rect">
            <a:avLst/>
          </a:prstGeom>
          <a:noFill/>
          <a:ln/>
        </p:spPr>
        <p:txBody>
          <a:bodyPr wrap="square" lIns="0" tIns="0" rIns="0" bIns="0" rtlCol="0" anchor="t"/>
          <a:lstStyle/>
          <a:p>
            <a:pPr algn="l" indent="0" marL="0">
              <a:lnSpc>
                <a:spcPts val="3520"/>
              </a:lnSpc>
              <a:buNone/>
            </a:pPr>
            <a:r>
              <a:rPr lang="en-US" sz="3200" b="1" dirty="0">
                <a:solidFill>
                  <a:srgbClr val="2A5BC4"/>
                </a:solidFill>
                <a:latin typeface="Arial" pitchFamily="34" charset="0"/>
                <a:ea typeface="Arial" pitchFamily="34" charset="-122"/>
                <a:cs typeface="Arial" pitchFamily="34" charset="-120"/>
              </a:rPr>
              <a:t>a</a:t>
            </a:r>
            <a:endParaRPr lang="en-US" sz="3200" dirty="0"/>
          </a:p>
        </p:txBody>
      </p:sp>
      <p:sp>
        <p:nvSpPr>
          <p:cNvPr id="8" name="Text 6"/>
          <p:cNvSpPr txBox="1"/>
          <p:nvPr/>
        </p:nvSpPr>
        <p:spPr>
          <a:xfrm>
            <a:off x="1041410" y="3794577"/>
            <a:ext cx="2110710" cy="563728"/>
          </a:xfrm>
          <a:prstGeom prst="rect">
            <a:avLst/>
          </a:prstGeom>
          <a:noFill/>
          <a:ln/>
        </p:spPr>
        <p:txBody>
          <a:bodyPr wrap="square" lIns="0" tIns="0" rIns="0" bIns="0" rtlCol="0" anchor="t"/>
          <a:lstStyle/>
          <a:p>
            <a:pPr algn="l" indent="0" marL="0">
              <a:lnSpc>
                <a:spcPts val="2160"/>
              </a:lnSpc>
              <a:buNone/>
            </a:pPr>
            <a:r>
              <a:rPr lang="en-US" sz="1600" dirty="0">
                <a:solidFill>
                  <a:srgbClr val="15233F"/>
                </a:solidFill>
                <a:latin typeface="Arial" pitchFamily="34" charset="0"/>
                <a:ea typeface="Arial" pitchFamily="34" charset="-122"/>
                <a:cs typeface="Arial" pitchFamily="34" charset="-120"/>
              </a:rPr>
              <a:t>any one thing, not a specific one</a:t>
            </a:r>
            <a:endParaRPr lang="en-US" sz="1600" dirty="0"/>
          </a:p>
        </p:txBody>
      </p:sp>
      <p:sp>
        <p:nvSpPr>
          <p:cNvPr id="9" name="Text 7"/>
          <p:cNvSpPr txBox="1"/>
          <p:nvPr/>
        </p:nvSpPr>
        <p:spPr>
          <a:xfrm>
            <a:off x="1041410" y="4419204"/>
            <a:ext cx="2110710" cy="289499"/>
          </a:xfrm>
          <a:prstGeom prst="rect">
            <a:avLst/>
          </a:prstGeom>
          <a:noFill/>
          <a:ln/>
        </p:spPr>
        <p:txBody>
          <a:bodyPr wrap="square" lIns="0" tIns="0" rIns="0" bIns="0" rtlCol="0" anchor="t"/>
          <a:lstStyle/>
          <a:p>
            <a:pPr algn="l" indent="0" marL="0">
              <a:lnSpc>
                <a:spcPts val="2160"/>
              </a:lnSpc>
              <a:buNone/>
            </a:pPr>
            <a:r>
              <a:rPr lang="en-US" sz="1600" b="1" dirty="0">
                <a:solidFill>
                  <a:srgbClr val="15233F"/>
                </a:solidFill>
                <a:latin typeface="Arial" pitchFamily="34" charset="0"/>
                <a:ea typeface="Arial" pitchFamily="34" charset="-122"/>
                <a:cs typeface="Arial" pitchFamily="34" charset="-120"/>
              </a:rPr>
              <a:t>a cat · a book</a:t>
            </a:r>
            <a:endParaRPr lang="en-US" sz="1600" dirty="0"/>
          </a:p>
        </p:txBody>
      </p:sp>
      <p:sp>
        <p:nvSpPr>
          <p:cNvPr id="10" name="Shape 8"/>
          <p:cNvSpPr/>
          <p:nvPr/>
        </p:nvSpPr>
        <p:spPr>
          <a:xfrm>
            <a:off x="3505170" y="2768529"/>
            <a:ext cx="2489180" cy="2443094"/>
          </a:xfrm>
          <a:prstGeom prst="roundRect">
            <a:avLst>
              <a:gd name="adj" fmla="val 4158"/>
            </a:avLst>
          </a:prstGeom>
          <a:solidFill>
            <a:srgbClr val="E4EBFA"/>
          </a:solidFill>
          <a:ln/>
        </p:spPr>
      </p:sp>
      <p:sp>
        <p:nvSpPr>
          <p:cNvPr id="11" name="Text 9"/>
          <p:cNvSpPr txBox="1"/>
          <p:nvPr/>
        </p:nvSpPr>
        <p:spPr>
          <a:xfrm>
            <a:off x="3733770" y="2981858"/>
            <a:ext cx="2110710" cy="228600"/>
          </a:xfrm>
          <a:prstGeom prst="rect">
            <a:avLst/>
          </a:prstGeom>
          <a:noFill/>
          <a:ln/>
        </p:spPr>
        <p:txBody>
          <a:bodyPr wrap="square" lIns="0" tIns="0" rIns="0" bIns="0" rtlCol="0" anchor="t"/>
          <a:lstStyle/>
          <a:p>
            <a:pPr algn="l" indent="0" marL="0">
              <a:lnSpc>
                <a:spcPts val="1680"/>
              </a:lnSpc>
              <a:buNone/>
            </a:pPr>
            <a:r>
              <a:rPr lang="en-US" sz="1200" b="1" spc="100" kern="0" dirty="0">
                <a:solidFill>
                  <a:srgbClr val="2A5BC4"/>
                </a:solidFill>
                <a:latin typeface="Arial" pitchFamily="34" charset="0"/>
                <a:ea typeface="Arial" pitchFamily="34" charset="-122"/>
                <a:cs typeface="Arial" pitchFamily="34" charset="-120"/>
              </a:rPr>
              <a:t>INDEFINITE</a:t>
            </a:r>
            <a:endParaRPr lang="en-US" sz="1200" dirty="0"/>
          </a:p>
        </p:txBody>
      </p:sp>
      <p:sp>
        <p:nvSpPr>
          <p:cNvPr id="12" name="Text 10"/>
          <p:cNvSpPr txBox="1"/>
          <p:nvPr/>
        </p:nvSpPr>
        <p:spPr>
          <a:xfrm>
            <a:off x="3733770" y="3286628"/>
            <a:ext cx="2110710" cy="446959"/>
          </a:xfrm>
          <a:prstGeom prst="rect">
            <a:avLst/>
          </a:prstGeom>
          <a:noFill/>
          <a:ln/>
        </p:spPr>
        <p:txBody>
          <a:bodyPr wrap="square" lIns="0" tIns="0" rIns="0" bIns="0" rtlCol="0" anchor="t"/>
          <a:lstStyle/>
          <a:p>
            <a:pPr algn="l" indent="0" marL="0">
              <a:lnSpc>
                <a:spcPts val="3520"/>
              </a:lnSpc>
              <a:buNone/>
            </a:pPr>
            <a:r>
              <a:rPr lang="en-US" sz="3200" b="1" dirty="0">
                <a:solidFill>
                  <a:srgbClr val="2A5BC4"/>
                </a:solidFill>
                <a:latin typeface="Arial" pitchFamily="34" charset="0"/>
                <a:ea typeface="Arial" pitchFamily="34" charset="-122"/>
                <a:cs typeface="Arial" pitchFamily="34" charset="-120"/>
              </a:rPr>
              <a:t>an</a:t>
            </a:r>
            <a:endParaRPr lang="en-US" sz="3200" dirty="0"/>
          </a:p>
        </p:txBody>
      </p:sp>
      <p:sp>
        <p:nvSpPr>
          <p:cNvPr id="13" name="Text 11"/>
          <p:cNvSpPr txBox="1"/>
          <p:nvPr/>
        </p:nvSpPr>
        <p:spPr>
          <a:xfrm>
            <a:off x="3733770" y="3794577"/>
            <a:ext cx="2110710" cy="563728"/>
          </a:xfrm>
          <a:prstGeom prst="rect">
            <a:avLst/>
          </a:prstGeom>
          <a:noFill/>
          <a:ln/>
        </p:spPr>
        <p:txBody>
          <a:bodyPr wrap="square" lIns="0" tIns="0" rIns="0" bIns="0" rtlCol="0" anchor="t"/>
          <a:lstStyle/>
          <a:p>
            <a:pPr algn="l" indent="0" marL="0">
              <a:lnSpc>
                <a:spcPts val="2160"/>
              </a:lnSpc>
              <a:buNone/>
            </a:pPr>
            <a:r>
              <a:rPr lang="en-US" sz="1600" dirty="0">
                <a:solidFill>
                  <a:srgbClr val="15233F"/>
                </a:solidFill>
                <a:latin typeface="Arial" pitchFamily="34" charset="0"/>
                <a:ea typeface="Arial" pitchFamily="34" charset="-122"/>
                <a:cs typeface="Arial" pitchFamily="34" charset="-120"/>
              </a:rPr>
              <a:t>the same as a, but before a vowel sound</a:t>
            </a:r>
            <a:endParaRPr lang="en-US" sz="1600" dirty="0"/>
          </a:p>
        </p:txBody>
      </p:sp>
      <p:sp>
        <p:nvSpPr>
          <p:cNvPr id="14" name="Text 12"/>
          <p:cNvSpPr txBox="1"/>
          <p:nvPr/>
        </p:nvSpPr>
        <p:spPr>
          <a:xfrm>
            <a:off x="3733770" y="4419204"/>
            <a:ext cx="2110710" cy="289499"/>
          </a:xfrm>
          <a:prstGeom prst="rect">
            <a:avLst/>
          </a:prstGeom>
          <a:noFill/>
          <a:ln/>
        </p:spPr>
        <p:txBody>
          <a:bodyPr wrap="square" lIns="0" tIns="0" rIns="0" bIns="0" rtlCol="0" anchor="t"/>
          <a:lstStyle/>
          <a:p>
            <a:pPr algn="l" indent="0" marL="0">
              <a:lnSpc>
                <a:spcPts val="2160"/>
              </a:lnSpc>
              <a:buNone/>
            </a:pPr>
            <a:r>
              <a:rPr lang="en-US" sz="1600" b="1" dirty="0">
                <a:solidFill>
                  <a:srgbClr val="15233F"/>
                </a:solidFill>
                <a:latin typeface="Arial" pitchFamily="34" charset="0"/>
                <a:ea typeface="Arial" pitchFamily="34" charset="-122"/>
                <a:cs typeface="Arial" pitchFamily="34" charset="-120"/>
              </a:rPr>
              <a:t>an apple · an hour</a:t>
            </a:r>
            <a:endParaRPr lang="en-US" sz="1600" dirty="0"/>
          </a:p>
        </p:txBody>
      </p:sp>
      <p:sp>
        <p:nvSpPr>
          <p:cNvPr id="15" name="Shape 13"/>
          <p:cNvSpPr/>
          <p:nvPr/>
        </p:nvSpPr>
        <p:spPr>
          <a:xfrm>
            <a:off x="6197620" y="2768529"/>
            <a:ext cx="2489180" cy="2443094"/>
          </a:xfrm>
          <a:prstGeom prst="roundRect">
            <a:avLst>
              <a:gd name="adj" fmla="val 4158"/>
            </a:avLst>
          </a:prstGeom>
          <a:solidFill>
            <a:srgbClr val="FBE8DA"/>
          </a:solidFill>
          <a:ln/>
        </p:spPr>
      </p:sp>
      <p:sp>
        <p:nvSpPr>
          <p:cNvPr id="16" name="Text 14"/>
          <p:cNvSpPr txBox="1"/>
          <p:nvPr/>
        </p:nvSpPr>
        <p:spPr>
          <a:xfrm>
            <a:off x="6426220" y="2981858"/>
            <a:ext cx="2110710" cy="228600"/>
          </a:xfrm>
          <a:prstGeom prst="rect">
            <a:avLst/>
          </a:prstGeom>
          <a:noFill/>
          <a:ln/>
        </p:spPr>
        <p:txBody>
          <a:bodyPr wrap="square" lIns="0" tIns="0" rIns="0" bIns="0" rtlCol="0" anchor="t"/>
          <a:lstStyle/>
          <a:p>
            <a:pPr algn="l" indent="0" marL="0">
              <a:lnSpc>
                <a:spcPts val="1680"/>
              </a:lnSpc>
              <a:buNone/>
            </a:pPr>
            <a:r>
              <a:rPr lang="en-US" sz="1200" b="1" spc="100" kern="0" dirty="0">
                <a:solidFill>
                  <a:srgbClr val="A2470F"/>
                </a:solidFill>
                <a:latin typeface="Arial" pitchFamily="34" charset="0"/>
                <a:ea typeface="Arial" pitchFamily="34" charset="-122"/>
                <a:cs typeface="Arial" pitchFamily="34" charset="-120"/>
              </a:rPr>
              <a:t>DEFINITE</a:t>
            </a:r>
            <a:endParaRPr lang="en-US" sz="1200" dirty="0"/>
          </a:p>
        </p:txBody>
      </p:sp>
      <p:sp>
        <p:nvSpPr>
          <p:cNvPr id="17" name="Text 15"/>
          <p:cNvSpPr txBox="1"/>
          <p:nvPr/>
        </p:nvSpPr>
        <p:spPr>
          <a:xfrm>
            <a:off x="6426220" y="3286628"/>
            <a:ext cx="2110710" cy="446959"/>
          </a:xfrm>
          <a:prstGeom prst="rect">
            <a:avLst/>
          </a:prstGeom>
          <a:noFill/>
          <a:ln/>
        </p:spPr>
        <p:txBody>
          <a:bodyPr wrap="square" lIns="0" tIns="0" rIns="0" bIns="0" rtlCol="0" anchor="t"/>
          <a:lstStyle/>
          <a:p>
            <a:pPr algn="l" indent="0" marL="0">
              <a:lnSpc>
                <a:spcPts val="3520"/>
              </a:lnSpc>
              <a:buNone/>
            </a:pPr>
            <a:r>
              <a:rPr lang="en-US" sz="3200" b="1" dirty="0">
                <a:solidFill>
                  <a:srgbClr val="A2470F"/>
                </a:solidFill>
                <a:latin typeface="Arial" pitchFamily="34" charset="0"/>
                <a:ea typeface="Arial" pitchFamily="34" charset="-122"/>
                <a:cs typeface="Arial" pitchFamily="34" charset="-120"/>
              </a:rPr>
              <a:t>the</a:t>
            </a:r>
            <a:endParaRPr lang="en-US" sz="3200" dirty="0"/>
          </a:p>
        </p:txBody>
      </p:sp>
      <p:sp>
        <p:nvSpPr>
          <p:cNvPr id="18" name="Text 16"/>
          <p:cNvSpPr txBox="1"/>
          <p:nvPr/>
        </p:nvSpPr>
        <p:spPr>
          <a:xfrm>
            <a:off x="6426220" y="3794577"/>
            <a:ext cx="2110710" cy="563728"/>
          </a:xfrm>
          <a:prstGeom prst="rect">
            <a:avLst/>
          </a:prstGeom>
          <a:noFill/>
          <a:ln/>
        </p:spPr>
        <p:txBody>
          <a:bodyPr wrap="square" lIns="0" tIns="0" rIns="0" bIns="0" rtlCol="0" anchor="t"/>
          <a:lstStyle/>
          <a:p>
            <a:pPr algn="l" indent="0" marL="0">
              <a:lnSpc>
                <a:spcPts val="2160"/>
              </a:lnSpc>
              <a:buNone/>
            </a:pPr>
            <a:r>
              <a:rPr lang="en-US" sz="1600" dirty="0">
                <a:solidFill>
                  <a:srgbClr val="15233F"/>
                </a:solidFill>
                <a:latin typeface="Arial" pitchFamily="34" charset="0"/>
                <a:ea typeface="Arial" pitchFamily="34" charset="-122"/>
                <a:cs typeface="Arial" pitchFamily="34" charset="-120"/>
              </a:rPr>
              <a:t>a specific thing: we both know which one</a:t>
            </a:r>
            <a:endParaRPr lang="en-US" sz="1600" dirty="0"/>
          </a:p>
        </p:txBody>
      </p:sp>
      <p:sp>
        <p:nvSpPr>
          <p:cNvPr id="19" name="Text 17"/>
          <p:cNvSpPr txBox="1"/>
          <p:nvPr/>
        </p:nvSpPr>
        <p:spPr>
          <a:xfrm>
            <a:off x="6426220" y="4419204"/>
            <a:ext cx="2110710" cy="289499"/>
          </a:xfrm>
          <a:prstGeom prst="rect">
            <a:avLst/>
          </a:prstGeom>
          <a:noFill/>
          <a:ln/>
        </p:spPr>
        <p:txBody>
          <a:bodyPr wrap="square" lIns="0" tIns="0" rIns="0" bIns="0" rtlCol="0" anchor="t"/>
          <a:lstStyle/>
          <a:p>
            <a:pPr algn="l" indent="0" marL="0">
              <a:lnSpc>
                <a:spcPts val="2160"/>
              </a:lnSpc>
              <a:buNone/>
            </a:pPr>
            <a:r>
              <a:rPr lang="en-US" sz="1600" b="1" dirty="0">
                <a:solidFill>
                  <a:srgbClr val="15233F"/>
                </a:solidFill>
                <a:latin typeface="Arial" pitchFamily="34" charset="0"/>
                <a:ea typeface="Arial" pitchFamily="34" charset="-122"/>
                <a:cs typeface="Arial" pitchFamily="34" charset="-120"/>
              </a:rPr>
              <a:t>the cat · the sun</a:t>
            </a:r>
            <a:endParaRPr lang="en-US" sz="1600" dirty="0"/>
          </a:p>
        </p:txBody>
      </p:sp>
      <p:sp>
        <p:nvSpPr>
          <p:cNvPr id="20" name="Shape 18"/>
          <p:cNvSpPr/>
          <p:nvPr/>
        </p:nvSpPr>
        <p:spPr>
          <a:xfrm>
            <a:off x="8889980" y="2768529"/>
            <a:ext cx="2489180" cy="2443094"/>
          </a:xfrm>
          <a:prstGeom prst="roundRect">
            <a:avLst>
              <a:gd name="adj" fmla="val 4158"/>
            </a:avLst>
          </a:prstGeom>
          <a:solidFill>
            <a:srgbClr val="ECEAE6"/>
          </a:solidFill>
          <a:ln/>
        </p:spPr>
      </p:sp>
      <p:sp>
        <p:nvSpPr>
          <p:cNvPr id="21" name="Text 19"/>
          <p:cNvSpPr txBox="1"/>
          <p:nvPr/>
        </p:nvSpPr>
        <p:spPr>
          <a:xfrm>
            <a:off x="9118580" y="2981858"/>
            <a:ext cx="2110710" cy="228600"/>
          </a:xfrm>
          <a:prstGeom prst="rect">
            <a:avLst/>
          </a:prstGeom>
          <a:noFill/>
          <a:ln/>
        </p:spPr>
        <p:txBody>
          <a:bodyPr wrap="square" lIns="0" tIns="0" rIns="0" bIns="0" rtlCol="0" anchor="t"/>
          <a:lstStyle/>
          <a:p>
            <a:pPr algn="l" indent="0" marL="0">
              <a:lnSpc>
                <a:spcPts val="1680"/>
              </a:lnSpc>
              <a:buNone/>
            </a:pPr>
            <a:r>
              <a:rPr lang="en-US" sz="1200" b="1" spc="100" kern="0" dirty="0">
                <a:solidFill>
                  <a:srgbClr val="5E6675"/>
                </a:solidFill>
                <a:latin typeface="Arial" pitchFamily="34" charset="0"/>
                <a:ea typeface="Arial" pitchFamily="34" charset="-122"/>
                <a:cs typeface="Arial" pitchFamily="34" charset="-120"/>
              </a:rPr>
              <a:t>NO ARTICLE</a:t>
            </a:r>
            <a:endParaRPr lang="en-US" sz="1200" dirty="0"/>
          </a:p>
        </p:txBody>
      </p:sp>
      <p:sp>
        <p:nvSpPr>
          <p:cNvPr id="22" name="Text 20"/>
          <p:cNvSpPr txBox="1"/>
          <p:nvPr/>
        </p:nvSpPr>
        <p:spPr>
          <a:xfrm>
            <a:off x="9118580" y="3286628"/>
            <a:ext cx="2110710" cy="446959"/>
          </a:xfrm>
          <a:prstGeom prst="rect">
            <a:avLst/>
          </a:prstGeom>
          <a:noFill/>
          <a:ln/>
        </p:spPr>
        <p:txBody>
          <a:bodyPr wrap="square" lIns="0" tIns="0" rIns="0" bIns="0" rtlCol="0" anchor="t"/>
          <a:lstStyle/>
          <a:p>
            <a:pPr algn="l" indent="0" marL="0">
              <a:lnSpc>
                <a:spcPts val="3520"/>
              </a:lnSpc>
              <a:buNone/>
            </a:pPr>
            <a:r>
              <a:rPr lang="en-US" sz="3200" b="1" dirty="0">
                <a:solidFill>
                  <a:srgbClr val="5E6675"/>
                </a:solidFill>
                <a:latin typeface="Arial" pitchFamily="34" charset="0"/>
                <a:ea typeface="Arial" pitchFamily="34" charset="-122"/>
                <a:cs typeface="Arial" pitchFamily="34" charset="-120"/>
              </a:rPr>
              <a:t>Ø</a:t>
            </a:r>
            <a:endParaRPr lang="en-US" sz="3200" dirty="0"/>
          </a:p>
        </p:txBody>
      </p:sp>
      <p:sp>
        <p:nvSpPr>
          <p:cNvPr id="23" name="Text 21"/>
          <p:cNvSpPr txBox="1"/>
          <p:nvPr/>
        </p:nvSpPr>
        <p:spPr>
          <a:xfrm>
            <a:off x="9118580" y="3794577"/>
            <a:ext cx="2110710" cy="563728"/>
          </a:xfrm>
          <a:prstGeom prst="rect">
            <a:avLst/>
          </a:prstGeom>
          <a:noFill/>
          <a:ln/>
        </p:spPr>
        <p:txBody>
          <a:bodyPr wrap="square" lIns="0" tIns="0" rIns="0" bIns="0" rtlCol="0" anchor="t"/>
          <a:lstStyle/>
          <a:p>
            <a:pPr algn="l" indent="0" marL="0">
              <a:lnSpc>
                <a:spcPts val="2160"/>
              </a:lnSpc>
              <a:buNone/>
            </a:pPr>
            <a:r>
              <a:rPr lang="en-US" sz="1600" dirty="0">
                <a:solidFill>
                  <a:srgbClr val="15233F"/>
                </a:solidFill>
                <a:latin typeface="Arial" pitchFamily="34" charset="0"/>
                <a:ea typeface="Arial" pitchFamily="34" charset="-122"/>
                <a:cs typeface="Arial" pitchFamily="34" charset="-120"/>
              </a:rPr>
              <a:t>things in general, and most names</a:t>
            </a:r>
            <a:endParaRPr lang="en-US" sz="1600" dirty="0"/>
          </a:p>
        </p:txBody>
      </p:sp>
      <p:sp>
        <p:nvSpPr>
          <p:cNvPr id="24" name="Text 22"/>
          <p:cNvSpPr txBox="1"/>
          <p:nvPr/>
        </p:nvSpPr>
        <p:spPr>
          <a:xfrm>
            <a:off x="9118580" y="4419204"/>
            <a:ext cx="2110710" cy="563728"/>
          </a:xfrm>
          <a:prstGeom prst="rect">
            <a:avLst/>
          </a:prstGeom>
          <a:noFill/>
          <a:ln/>
        </p:spPr>
        <p:txBody>
          <a:bodyPr wrap="square" lIns="0" tIns="0" rIns="0" bIns="0" rtlCol="0" anchor="t"/>
          <a:lstStyle/>
          <a:p>
            <a:pPr algn="l" indent="0" marL="0">
              <a:lnSpc>
                <a:spcPts val="2160"/>
              </a:lnSpc>
              <a:buNone/>
            </a:pPr>
            <a:r>
              <a:rPr lang="en-US" sz="1600" b="1" dirty="0">
                <a:solidFill>
                  <a:srgbClr val="15233F"/>
                </a:solidFill>
                <a:latin typeface="Arial" pitchFamily="34" charset="0"/>
                <a:ea typeface="Arial" pitchFamily="34" charset="-122"/>
                <a:cs typeface="Arial" pitchFamily="34" charset="-120"/>
              </a:rPr>
              <a:t>cats · music · Tashkent</a:t>
            </a:r>
            <a:endParaRPr lang="en-US" sz="1600" dirty="0"/>
          </a:p>
        </p:txBody>
      </p:sp>
      <p:sp>
        <p:nvSpPr>
          <p:cNvPr id="25" name="Text 23"/>
          <p:cNvSpPr txBox="1"/>
          <p:nvPr/>
        </p:nvSpPr>
        <p:spPr>
          <a:xfrm>
            <a:off x="812810" y="6223041"/>
            <a:ext cx="7810530" cy="228600"/>
          </a:xfrm>
          <a:prstGeom prst="rect">
            <a:avLst/>
          </a:prstGeom>
          <a:noFill/>
          <a:ln/>
        </p:spPr>
        <p:txBody>
          <a:bodyPr wrap="square" lIns="0" tIns="0" rIns="0" bIns="0" rtlCol="0" anchor="t"/>
          <a:lstStyle/>
          <a:p>
            <a:pPr algn="l" indent="0" marL="0">
              <a:lnSpc>
                <a:spcPts val="1680"/>
              </a:lnSpc>
              <a:buNone/>
            </a:pPr>
            <a:r>
              <a:rPr lang="en-US" sz="1200" dirty="0">
                <a:solidFill>
                  <a:srgbClr val="636B78"/>
                </a:solidFill>
                <a:latin typeface="Arial" pitchFamily="34" charset="0"/>
                <a:ea typeface="Arial" pitchFamily="34" charset="-122"/>
                <a:cs typeface="Arial" pitchFamily="34" charset="-120"/>
              </a:rPr>
              <a:t>English Articles · A, An &amp; The</a:t>
            </a:r>
            <a:endParaRPr lang="en-US" sz="1200" dirty="0"/>
          </a:p>
        </p:txBody>
      </p:sp>
      <p:sp>
        <p:nvSpPr>
          <p:cNvPr id="26" name="Text 24"/>
          <p:cNvSpPr txBox="1"/>
          <p:nvPr/>
        </p:nvSpPr>
        <p:spPr>
          <a:xfrm>
            <a:off x="10045690" y="6223041"/>
            <a:ext cx="1333470" cy="228600"/>
          </a:xfrm>
          <a:prstGeom prst="rect">
            <a:avLst/>
          </a:prstGeom>
          <a:noFill/>
          <a:ln/>
        </p:spPr>
        <p:txBody>
          <a:bodyPr wrap="square" lIns="0" tIns="0" rIns="0" bIns="0" rtlCol="0" anchor="t"/>
          <a:lstStyle/>
          <a:p>
            <a:pPr algn="r" indent="0" marL="0">
              <a:lnSpc>
                <a:spcPts val="1680"/>
              </a:lnSpc>
              <a:buNone/>
            </a:pPr>
            <a:r>
              <a:rPr lang="en-US" sz="1200" dirty="0">
                <a:solidFill>
                  <a:srgbClr val="636B78"/>
                </a:solidFill>
                <a:latin typeface="Arial" pitchFamily="34" charset="0"/>
                <a:ea typeface="Arial" pitchFamily="34" charset="-122"/>
                <a:cs typeface="Arial" pitchFamily="34" charset="-120"/>
              </a:rPr>
              <a:t>03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7F0"/>
        </a:solidFill>
      </p:bgPr>
    </p:bg>
    <p:spTree>
      <p:nvGrpSpPr>
        <p:cNvPr id="1" name=""/>
        <p:cNvGrpSpPr/>
        <p:nvPr/>
      </p:nvGrpSpPr>
      <p:grpSpPr>
        <a:xfrm>
          <a:off x="0" y="0"/>
          <a:ext cx="0" cy="0"/>
          <a:chOff x="0" y="0"/>
          <a:chExt cx="0" cy="0"/>
        </a:xfrm>
      </p:grpSpPr>
      <p:sp>
        <p:nvSpPr>
          <p:cNvPr id="2" name="Text 0"/>
          <p:cNvSpPr txBox="1"/>
          <p:nvPr/>
        </p:nvSpPr>
        <p:spPr>
          <a:xfrm>
            <a:off x="812810" y="797540"/>
            <a:ext cx="10815798" cy="228600"/>
          </a:xfrm>
          <a:prstGeom prst="rect">
            <a:avLst/>
          </a:prstGeom>
          <a:noFill/>
          <a:ln/>
        </p:spPr>
        <p:txBody>
          <a:bodyPr wrap="square" lIns="0" tIns="0" rIns="0" bIns="0" rtlCol="0" anchor="t"/>
          <a:lstStyle/>
          <a:p>
            <a:pPr algn="l" indent="0" marL="0">
              <a:lnSpc>
                <a:spcPts val="1680"/>
              </a:lnSpc>
              <a:buNone/>
            </a:pPr>
            <a:r>
              <a:rPr lang="en-US" sz="1200" b="1" spc="150" kern="0" dirty="0">
                <a:solidFill>
                  <a:srgbClr val="636B78"/>
                </a:solidFill>
                <a:latin typeface="Arial" pitchFamily="34" charset="0"/>
                <a:ea typeface="Arial" pitchFamily="34" charset="-122"/>
                <a:cs typeface="Arial" pitchFamily="34" charset="-120"/>
              </a:rPr>
              <a:t>01 · THE BASICS</a:t>
            </a:r>
            <a:endParaRPr lang="en-US" sz="1200" dirty="0"/>
          </a:p>
        </p:txBody>
      </p:sp>
      <p:sp>
        <p:nvSpPr>
          <p:cNvPr id="3" name="Text 1"/>
          <p:cNvSpPr txBox="1"/>
          <p:nvPr/>
        </p:nvSpPr>
        <p:spPr>
          <a:xfrm>
            <a:off x="812810" y="1102309"/>
            <a:ext cx="10815798" cy="446959"/>
          </a:xfrm>
          <a:prstGeom prst="rect">
            <a:avLst/>
          </a:prstGeom>
          <a:noFill/>
          <a:ln/>
        </p:spPr>
        <p:txBody>
          <a:bodyPr wrap="square" lIns="0" tIns="0" rIns="0" bIns="0" rtlCol="0" anchor="t"/>
          <a:lstStyle/>
          <a:p>
            <a:pPr algn="l" indent="0" marL="0">
              <a:lnSpc>
                <a:spcPts val="3520"/>
              </a:lnSpc>
              <a:buNone/>
            </a:pPr>
            <a:r>
              <a:rPr lang="en-US" sz="3200" b="1" dirty="0">
                <a:solidFill>
                  <a:srgbClr val="15233F"/>
                </a:solidFill>
                <a:latin typeface="Arial" pitchFamily="34" charset="0"/>
                <a:ea typeface="Arial" pitchFamily="34" charset="-122"/>
                <a:cs typeface="Arial" pitchFamily="34" charset="-120"/>
              </a:rPr>
              <a:t>Any one, or the specific one?</a:t>
            </a:r>
            <a:endParaRPr lang="en-US" sz="3200" dirty="0"/>
          </a:p>
        </p:txBody>
      </p:sp>
      <p:sp>
        <p:nvSpPr>
          <p:cNvPr id="4" name="Shape 2"/>
          <p:cNvSpPr/>
          <p:nvPr/>
        </p:nvSpPr>
        <p:spPr>
          <a:xfrm>
            <a:off x="812810" y="1803288"/>
            <a:ext cx="5156210" cy="2811780"/>
          </a:xfrm>
          <a:prstGeom prst="roundRect">
            <a:avLst>
              <a:gd name="adj" fmla="val 4517"/>
            </a:avLst>
          </a:prstGeom>
          <a:solidFill>
            <a:srgbClr val="E4EBFA"/>
          </a:solidFill>
          <a:ln/>
        </p:spPr>
      </p:sp>
      <p:sp>
        <p:nvSpPr>
          <p:cNvPr id="5" name="Text 3"/>
          <p:cNvSpPr txBox="1"/>
          <p:nvPr/>
        </p:nvSpPr>
        <p:spPr>
          <a:xfrm>
            <a:off x="1117580" y="2108058"/>
            <a:ext cx="4675602" cy="304770"/>
          </a:xfrm>
          <a:prstGeom prst="rect">
            <a:avLst/>
          </a:prstGeom>
          <a:noFill/>
          <a:ln/>
        </p:spPr>
        <p:txBody>
          <a:bodyPr wrap="square" lIns="0" tIns="0" rIns="0" bIns="0" rtlCol="0" anchor="t"/>
          <a:lstStyle/>
          <a:p>
            <a:pPr algn="l" indent="0" marL="0">
              <a:lnSpc>
                <a:spcPts val="2400"/>
              </a:lnSpc>
              <a:buNone/>
            </a:pPr>
            <a:r>
              <a:rPr lang="en-US" sz="2000" b="1" dirty="0">
                <a:solidFill>
                  <a:srgbClr val="2A5BC4"/>
                </a:solidFill>
                <a:latin typeface="Arial" pitchFamily="34" charset="0"/>
                <a:ea typeface="Arial" pitchFamily="34" charset="-122"/>
                <a:cs typeface="Arial" pitchFamily="34" charset="-120"/>
              </a:rPr>
              <a:t>A / AN = any one</a:t>
            </a:r>
            <a:endParaRPr lang="en-US" sz="2000" dirty="0"/>
          </a:p>
        </p:txBody>
      </p:sp>
      <p:pic>
        <p:nvPicPr>
          <p:cNvPr id="6" name="Image 0" descr="Three identical blue pens: any one of them is fine">    </p:cNvPr>
          <p:cNvPicPr>
            <a:picLocks noChangeAspect="1"/>
          </p:cNvPicPr>
          <p:nvPr/>
        </p:nvPicPr>
        <p:blipFill>
          <a:blip r:embed="rId1"/>
          <a:stretch>
            <a:fillRect/>
          </a:stretch>
        </p:blipFill>
        <p:spPr>
          <a:xfrm>
            <a:off x="1117580" y="2565258"/>
            <a:ext cx="2158990" cy="825520"/>
          </a:xfrm>
          <a:prstGeom prst="rect">
            <a:avLst/>
          </a:prstGeom>
        </p:spPr>
      </p:pic>
      <p:sp>
        <p:nvSpPr>
          <p:cNvPr id="7" name="Text 4"/>
          <p:cNvSpPr txBox="1"/>
          <p:nvPr/>
        </p:nvSpPr>
        <p:spPr>
          <a:xfrm>
            <a:off x="1117580" y="3530498"/>
            <a:ext cx="4675602" cy="342900"/>
          </a:xfrm>
          <a:prstGeom prst="rect">
            <a:avLst/>
          </a:prstGeom>
          <a:noFill/>
          <a:ln/>
        </p:spPr>
        <p:txBody>
          <a:bodyPr wrap="square" lIns="0" tIns="0" rIns="0" bIns="0" rtlCol="0" anchor="t"/>
          <a:lstStyle/>
          <a:p>
            <a:pPr algn="l" indent="0" marL="0">
              <a:lnSpc>
                <a:spcPts val="2600"/>
              </a:lnSpc>
              <a:buNone/>
            </a:pPr>
            <a:r>
              <a:rPr lang="en-US" sz="2000" b="1" dirty="0">
                <a:solidFill>
                  <a:srgbClr val="15233F"/>
                </a:solidFill>
                <a:latin typeface="Arial" pitchFamily="34" charset="0"/>
                <a:ea typeface="Arial" pitchFamily="34" charset="-122"/>
                <a:cs typeface="Arial" pitchFamily="34" charset="-120"/>
              </a:rPr>
              <a:t>“Can I borrow </a:t>
            </a:r>
            <a:pPr algn="l" indent="0" marL="0">
              <a:lnSpc>
                <a:spcPts val="2600"/>
              </a:lnSpc>
              <a:buNone/>
            </a:pPr>
            <a:r>
              <a:rPr lang="en-US" sz="2000" b="1" dirty="0">
                <a:solidFill>
                  <a:srgbClr val="2A5BC4"/>
                </a:solidFill>
                <a:latin typeface="Arial" pitchFamily="34" charset="0"/>
                <a:ea typeface="Arial" pitchFamily="34" charset="-122"/>
                <a:cs typeface="Arial" pitchFamily="34" charset="-120"/>
              </a:rPr>
              <a:t>a</a:t>
            </a:r>
            <a:pPr algn="l" indent="0" marL="0">
              <a:lnSpc>
                <a:spcPts val="2600"/>
              </a:lnSpc>
              <a:buNone/>
            </a:pPr>
            <a:r>
              <a:rPr lang="en-US" sz="2000" b="1" dirty="0">
                <a:solidFill>
                  <a:srgbClr val="15233F"/>
                </a:solidFill>
                <a:latin typeface="Arial" pitchFamily="34" charset="0"/>
                <a:ea typeface="Arial" pitchFamily="34" charset="-122"/>
                <a:cs typeface="Arial" pitchFamily="34" charset="-120"/>
              </a:rPr>
              <a:t> pen?”</a:t>
            </a:r>
            <a:endParaRPr lang="en-US" sz="2000" dirty="0"/>
          </a:p>
        </p:txBody>
      </p:sp>
      <p:sp>
        <p:nvSpPr>
          <p:cNvPr id="8" name="Text 5"/>
          <p:cNvSpPr txBox="1"/>
          <p:nvPr/>
        </p:nvSpPr>
        <p:spPr>
          <a:xfrm>
            <a:off x="1117580" y="4005438"/>
            <a:ext cx="4675602" cy="304770"/>
          </a:xfrm>
          <a:prstGeom prst="rect">
            <a:avLst/>
          </a:prstGeom>
          <a:noFill/>
          <a:ln/>
        </p:spPr>
        <p:txBody>
          <a:bodyPr wrap="square" lIns="0" tIns="0" rIns="0" bIns="0" rtlCol="0" anchor="t"/>
          <a:lstStyle/>
          <a:p>
            <a:pPr algn="l" indent="0" marL="0">
              <a:lnSpc>
                <a:spcPts val="2240"/>
              </a:lnSpc>
              <a:buNone/>
            </a:pPr>
            <a:r>
              <a:rPr lang="en-US" sz="1600" dirty="0">
                <a:solidFill>
                  <a:srgbClr val="3F4A5C"/>
                </a:solidFill>
                <a:latin typeface="Arial" pitchFamily="34" charset="0"/>
                <a:ea typeface="Arial" pitchFamily="34" charset="-122"/>
                <a:cs typeface="Arial" pitchFamily="34" charset="-120"/>
              </a:rPr>
              <a:t>Any pen is fine. It doesn’t matter which one.</a:t>
            </a:r>
            <a:endParaRPr lang="en-US" sz="1600" dirty="0"/>
          </a:p>
        </p:txBody>
      </p:sp>
      <p:sp>
        <p:nvSpPr>
          <p:cNvPr id="9" name="Shape 6"/>
          <p:cNvSpPr/>
          <p:nvPr/>
        </p:nvSpPr>
        <p:spPr>
          <a:xfrm>
            <a:off x="6223041" y="1803288"/>
            <a:ext cx="5156210" cy="2811780"/>
          </a:xfrm>
          <a:prstGeom prst="roundRect">
            <a:avLst>
              <a:gd name="adj" fmla="val 4517"/>
            </a:avLst>
          </a:prstGeom>
          <a:solidFill>
            <a:srgbClr val="FBE8DA"/>
          </a:solidFill>
          <a:ln/>
        </p:spPr>
      </p:sp>
      <p:sp>
        <p:nvSpPr>
          <p:cNvPr id="10" name="Text 7"/>
          <p:cNvSpPr txBox="1"/>
          <p:nvPr/>
        </p:nvSpPr>
        <p:spPr>
          <a:xfrm>
            <a:off x="6527810" y="2108058"/>
            <a:ext cx="4675602" cy="304770"/>
          </a:xfrm>
          <a:prstGeom prst="rect">
            <a:avLst/>
          </a:prstGeom>
          <a:noFill/>
          <a:ln/>
        </p:spPr>
        <p:txBody>
          <a:bodyPr wrap="square" lIns="0" tIns="0" rIns="0" bIns="0" rtlCol="0" anchor="t"/>
          <a:lstStyle/>
          <a:p>
            <a:pPr algn="l" indent="0" marL="0">
              <a:lnSpc>
                <a:spcPts val="2400"/>
              </a:lnSpc>
              <a:buNone/>
            </a:pPr>
            <a:r>
              <a:rPr lang="en-US" sz="2000" b="1" dirty="0">
                <a:solidFill>
                  <a:srgbClr val="A2470F"/>
                </a:solidFill>
                <a:latin typeface="Arial" pitchFamily="34" charset="0"/>
                <a:ea typeface="Arial" pitchFamily="34" charset="-122"/>
                <a:cs typeface="Arial" pitchFamily="34" charset="-120"/>
              </a:rPr>
              <a:t>THE = the specific one</a:t>
            </a:r>
            <a:endParaRPr lang="en-US" sz="2000" dirty="0"/>
          </a:p>
        </p:txBody>
      </p:sp>
      <p:pic>
        <p:nvPicPr>
          <p:cNvPr id="11" name="Image 1" descr="Three pens: two are grey, one orange pen is the specific one">    </p:cNvPr>
          <p:cNvPicPr>
            <a:picLocks noChangeAspect="1"/>
          </p:cNvPicPr>
          <p:nvPr/>
        </p:nvPicPr>
        <p:blipFill>
          <a:blip r:embed="rId2"/>
          <a:stretch>
            <a:fillRect/>
          </a:stretch>
        </p:blipFill>
        <p:spPr>
          <a:xfrm>
            <a:off x="6527810" y="2565258"/>
            <a:ext cx="2158990" cy="825520"/>
          </a:xfrm>
          <a:prstGeom prst="rect">
            <a:avLst/>
          </a:prstGeom>
        </p:spPr>
      </p:pic>
      <p:sp>
        <p:nvSpPr>
          <p:cNvPr id="12" name="Text 8"/>
          <p:cNvSpPr txBox="1"/>
          <p:nvPr/>
        </p:nvSpPr>
        <p:spPr>
          <a:xfrm>
            <a:off x="6527810" y="3530498"/>
            <a:ext cx="4675602" cy="342900"/>
          </a:xfrm>
          <a:prstGeom prst="rect">
            <a:avLst/>
          </a:prstGeom>
          <a:noFill/>
          <a:ln/>
        </p:spPr>
        <p:txBody>
          <a:bodyPr wrap="square" lIns="0" tIns="0" rIns="0" bIns="0" rtlCol="0" anchor="t"/>
          <a:lstStyle/>
          <a:p>
            <a:pPr algn="l" indent="0" marL="0">
              <a:lnSpc>
                <a:spcPts val="2600"/>
              </a:lnSpc>
              <a:buNone/>
            </a:pPr>
            <a:r>
              <a:rPr lang="en-US" sz="2000" b="1" dirty="0">
                <a:solidFill>
                  <a:srgbClr val="15233F"/>
                </a:solidFill>
                <a:latin typeface="Arial" pitchFamily="34" charset="0"/>
                <a:ea typeface="Arial" pitchFamily="34" charset="-122"/>
                <a:cs typeface="Arial" pitchFamily="34" charset="-120"/>
              </a:rPr>
              <a:t>“Can I borrow </a:t>
            </a:r>
            <a:pPr algn="l" indent="0" marL="0">
              <a:lnSpc>
                <a:spcPts val="2600"/>
              </a:lnSpc>
              <a:buNone/>
            </a:pPr>
            <a:r>
              <a:rPr lang="en-US" sz="2000" b="1" dirty="0">
                <a:solidFill>
                  <a:srgbClr val="A2470F"/>
                </a:solidFill>
                <a:latin typeface="Arial" pitchFamily="34" charset="0"/>
                <a:ea typeface="Arial" pitchFamily="34" charset="-122"/>
                <a:cs typeface="Arial" pitchFamily="34" charset="-120"/>
              </a:rPr>
              <a:t>the</a:t>
            </a:r>
            <a:pPr algn="l" indent="0" marL="0">
              <a:lnSpc>
                <a:spcPts val="2600"/>
              </a:lnSpc>
              <a:buNone/>
            </a:pPr>
            <a:r>
              <a:rPr lang="en-US" sz="2000" b="1" dirty="0">
                <a:solidFill>
                  <a:srgbClr val="15233F"/>
                </a:solidFill>
                <a:latin typeface="Arial" pitchFamily="34" charset="0"/>
                <a:ea typeface="Arial" pitchFamily="34" charset="-122"/>
                <a:cs typeface="Arial" pitchFamily="34" charset="-120"/>
              </a:rPr>
              <a:t> pen?”</a:t>
            </a:r>
            <a:endParaRPr lang="en-US" sz="2000" dirty="0"/>
          </a:p>
        </p:txBody>
      </p:sp>
      <p:sp>
        <p:nvSpPr>
          <p:cNvPr id="13" name="Text 9"/>
          <p:cNvSpPr txBox="1"/>
          <p:nvPr/>
        </p:nvSpPr>
        <p:spPr>
          <a:xfrm>
            <a:off x="6527810" y="4005438"/>
            <a:ext cx="4675602" cy="304770"/>
          </a:xfrm>
          <a:prstGeom prst="rect">
            <a:avLst/>
          </a:prstGeom>
          <a:noFill/>
          <a:ln/>
        </p:spPr>
        <p:txBody>
          <a:bodyPr wrap="square" lIns="0" tIns="0" rIns="0" bIns="0" rtlCol="0" anchor="t"/>
          <a:lstStyle/>
          <a:p>
            <a:pPr algn="l" indent="0" marL="0">
              <a:lnSpc>
                <a:spcPts val="2240"/>
              </a:lnSpc>
              <a:buNone/>
            </a:pPr>
            <a:r>
              <a:rPr lang="en-US" sz="1600" dirty="0">
                <a:solidFill>
                  <a:srgbClr val="3F4A5C"/>
                </a:solidFill>
                <a:latin typeface="Arial" pitchFamily="34" charset="0"/>
                <a:ea typeface="Arial" pitchFamily="34" charset="-122"/>
                <a:cs typeface="Arial" pitchFamily="34" charset="-120"/>
              </a:rPr>
              <a:t>That exact pen: the one we both know about.</a:t>
            </a:r>
            <a:endParaRPr lang="en-US" sz="1600" dirty="0"/>
          </a:p>
        </p:txBody>
      </p:sp>
      <p:sp>
        <p:nvSpPr>
          <p:cNvPr id="14" name="Text 10"/>
          <p:cNvSpPr txBox="1"/>
          <p:nvPr/>
        </p:nvSpPr>
        <p:spPr>
          <a:xfrm>
            <a:off x="812810" y="4848697"/>
            <a:ext cx="10815798" cy="304770"/>
          </a:xfrm>
          <a:prstGeom prst="rect">
            <a:avLst/>
          </a:prstGeom>
          <a:noFill/>
          <a:ln/>
        </p:spPr>
        <p:txBody>
          <a:bodyPr wrap="square" lIns="0" tIns="0" rIns="0" bIns="0" rtlCol="0" anchor="t"/>
          <a:lstStyle/>
          <a:p>
            <a:pPr algn="l" indent="0" marL="0">
              <a:lnSpc>
                <a:spcPts val="2240"/>
              </a:lnSpc>
              <a:buNone/>
            </a:pPr>
            <a:r>
              <a:rPr lang="en-US" sz="1600" b="1" dirty="0">
                <a:solidFill>
                  <a:srgbClr val="15233F"/>
                </a:solidFill>
                <a:latin typeface="Arial" pitchFamily="34" charset="0"/>
                <a:ea typeface="Arial" pitchFamily="34" charset="-122"/>
                <a:cs typeface="Arial" pitchFamily="34" charset="-120"/>
              </a:rPr>
              <a:t>Same noun, different article, different meaning.</a:t>
            </a:r>
            <a:endParaRPr lang="en-US" sz="1600" dirty="0"/>
          </a:p>
        </p:txBody>
      </p:sp>
      <p:sp>
        <p:nvSpPr>
          <p:cNvPr id="15" name="Text 11"/>
          <p:cNvSpPr txBox="1"/>
          <p:nvPr/>
        </p:nvSpPr>
        <p:spPr>
          <a:xfrm>
            <a:off x="812810" y="6223041"/>
            <a:ext cx="7810530" cy="228600"/>
          </a:xfrm>
          <a:prstGeom prst="rect">
            <a:avLst/>
          </a:prstGeom>
          <a:noFill/>
          <a:ln/>
        </p:spPr>
        <p:txBody>
          <a:bodyPr wrap="square" lIns="0" tIns="0" rIns="0" bIns="0" rtlCol="0" anchor="t"/>
          <a:lstStyle/>
          <a:p>
            <a:pPr algn="l" indent="0" marL="0">
              <a:lnSpc>
                <a:spcPts val="1680"/>
              </a:lnSpc>
              <a:buNone/>
            </a:pPr>
            <a:r>
              <a:rPr lang="en-US" sz="1200" dirty="0">
                <a:solidFill>
                  <a:srgbClr val="636B78"/>
                </a:solidFill>
                <a:latin typeface="Arial" pitchFamily="34" charset="0"/>
                <a:ea typeface="Arial" pitchFamily="34" charset="-122"/>
                <a:cs typeface="Arial" pitchFamily="34" charset="-120"/>
              </a:rPr>
              <a:t>English Articles · A, An &amp; The</a:t>
            </a:r>
            <a:endParaRPr lang="en-US" sz="1200" dirty="0"/>
          </a:p>
        </p:txBody>
      </p:sp>
      <p:sp>
        <p:nvSpPr>
          <p:cNvPr id="16" name="Text 12"/>
          <p:cNvSpPr txBox="1"/>
          <p:nvPr/>
        </p:nvSpPr>
        <p:spPr>
          <a:xfrm>
            <a:off x="10045690" y="6223041"/>
            <a:ext cx="1333470" cy="228600"/>
          </a:xfrm>
          <a:prstGeom prst="rect">
            <a:avLst/>
          </a:prstGeom>
          <a:noFill/>
          <a:ln/>
        </p:spPr>
        <p:txBody>
          <a:bodyPr wrap="square" lIns="0" tIns="0" rIns="0" bIns="0" rtlCol="0" anchor="t"/>
          <a:lstStyle/>
          <a:p>
            <a:pPr algn="r" indent="0" marL="0">
              <a:lnSpc>
                <a:spcPts val="1680"/>
              </a:lnSpc>
              <a:buNone/>
            </a:pPr>
            <a:r>
              <a:rPr lang="en-US" sz="1200" dirty="0">
                <a:solidFill>
                  <a:srgbClr val="636B78"/>
                </a:solidFill>
                <a:latin typeface="Arial" pitchFamily="34" charset="0"/>
                <a:ea typeface="Arial" pitchFamily="34" charset="-122"/>
                <a:cs typeface="Arial" pitchFamily="34" charset="-120"/>
              </a:rPr>
              <a:t>04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A5BC4"/>
        </a:solidFill>
      </p:bgPr>
    </p:bg>
    <p:spTree>
      <p:nvGrpSpPr>
        <p:cNvPr id="1" name=""/>
        <p:cNvGrpSpPr/>
        <p:nvPr/>
      </p:nvGrpSpPr>
      <p:grpSpPr>
        <a:xfrm>
          <a:off x="0" y="0"/>
          <a:ext cx="0" cy="0"/>
          <a:chOff x="0" y="0"/>
          <a:chExt cx="0" cy="0"/>
        </a:xfrm>
      </p:grpSpPr>
      <p:sp>
        <p:nvSpPr>
          <p:cNvPr id="2" name="Text 0"/>
          <p:cNvSpPr txBox="1"/>
          <p:nvPr/>
        </p:nvSpPr>
        <p:spPr>
          <a:xfrm>
            <a:off x="812810" y="1915302"/>
            <a:ext cx="10815798" cy="228600"/>
          </a:xfrm>
          <a:prstGeom prst="rect">
            <a:avLst/>
          </a:prstGeom>
          <a:noFill/>
          <a:ln/>
        </p:spPr>
        <p:txBody>
          <a:bodyPr wrap="square" lIns="0" tIns="0" rIns="0" bIns="0" rtlCol="0" anchor="t"/>
          <a:lstStyle/>
          <a:p>
            <a:pPr algn="l" indent="0" marL="0">
              <a:lnSpc>
                <a:spcPts val="1680"/>
              </a:lnSpc>
              <a:buNone/>
            </a:pPr>
            <a:r>
              <a:rPr lang="en-US" sz="1200" b="1" spc="200" kern="0" dirty="0">
                <a:solidFill>
                  <a:srgbClr val="DCE6FB"/>
                </a:solidFill>
                <a:latin typeface="Arial" pitchFamily="34" charset="0"/>
                <a:ea typeface="Arial" pitchFamily="34" charset="-122"/>
                <a:cs typeface="Arial" pitchFamily="34" charset="-120"/>
              </a:rPr>
              <a:t>02 · A OR AN?</a:t>
            </a:r>
            <a:endParaRPr lang="en-US" sz="1200" dirty="0"/>
          </a:p>
        </p:txBody>
      </p:sp>
      <p:sp>
        <p:nvSpPr>
          <p:cNvPr id="3" name="Text 1"/>
          <p:cNvSpPr txBox="1"/>
          <p:nvPr/>
        </p:nvSpPr>
        <p:spPr>
          <a:xfrm>
            <a:off x="812810" y="2397831"/>
            <a:ext cx="10815798" cy="1920057"/>
          </a:xfrm>
          <a:prstGeom prst="rect">
            <a:avLst/>
          </a:prstGeom>
          <a:noFill/>
          <a:ln/>
        </p:spPr>
        <p:txBody>
          <a:bodyPr wrap="square" lIns="0" tIns="0" rIns="0" bIns="0" rtlCol="0" anchor="t"/>
          <a:lstStyle/>
          <a:p>
            <a:pPr algn="l" indent="0" marL="0">
              <a:lnSpc>
                <a:spcPts val="7560"/>
              </a:lnSpc>
              <a:buNone/>
            </a:pPr>
            <a:r>
              <a:rPr lang="en-US" sz="7200" b="1" dirty="0">
                <a:solidFill>
                  <a:srgbClr val="F7F4EC"/>
                </a:solidFill>
                <a:latin typeface="Arial" pitchFamily="34" charset="0"/>
                <a:ea typeface="Arial" pitchFamily="34" charset="-122"/>
                <a:cs typeface="Arial" pitchFamily="34" charset="-120"/>
              </a:rPr>
              <a:t>Sound,</a:t>
            </a:r>
            <a:endParaRPr lang="en-US" sz="7200" dirty="0"/>
          </a:p>
          <a:p>
            <a:pPr algn="l" indent="0" marL="0">
              <a:lnSpc>
                <a:spcPts val="7560"/>
              </a:lnSpc>
              <a:buNone/>
            </a:pPr>
            <a:r>
              <a:rPr lang="en-US" sz="7200" b="1" dirty="0">
                <a:solidFill>
                  <a:srgbClr val="F7F4EC"/>
                </a:solidFill>
                <a:latin typeface="Arial" pitchFamily="34" charset="0"/>
                <a:ea typeface="Arial" pitchFamily="34" charset="-122"/>
                <a:cs typeface="Arial" pitchFamily="34" charset="-120"/>
              </a:rPr>
              <a:t>not spelling.</a:t>
            </a:r>
            <a:endParaRPr lang="en-US" sz="7200" dirty="0"/>
          </a:p>
        </p:txBody>
      </p:sp>
      <p:sp>
        <p:nvSpPr>
          <p:cNvPr id="4" name="Text 2"/>
          <p:cNvSpPr txBox="1"/>
          <p:nvPr/>
        </p:nvSpPr>
        <p:spPr>
          <a:xfrm>
            <a:off x="812810" y="4546488"/>
            <a:ext cx="8458200" cy="381030"/>
          </a:xfrm>
          <a:prstGeom prst="rect">
            <a:avLst/>
          </a:prstGeom>
          <a:noFill/>
          <a:ln/>
        </p:spPr>
        <p:txBody>
          <a:bodyPr wrap="square" lIns="0" tIns="0" rIns="0" bIns="0" rtlCol="0" anchor="t"/>
          <a:lstStyle/>
          <a:p>
            <a:pPr algn="l" indent="0" marL="0">
              <a:lnSpc>
                <a:spcPts val="2800"/>
              </a:lnSpc>
              <a:buNone/>
            </a:pPr>
            <a:r>
              <a:rPr lang="en-US" sz="2000" dirty="0">
                <a:solidFill>
                  <a:srgbClr val="EAF0FD"/>
                </a:solidFill>
                <a:latin typeface="Arial" pitchFamily="34" charset="0"/>
                <a:ea typeface="Arial" pitchFamily="34" charset="-122"/>
                <a:cs typeface="Arial" pitchFamily="34" charset="-120"/>
              </a:rPr>
              <a:t>Choose </a:t>
            </a:r>
            <a:pPr algn="l" indent="0" marL="0">
              <a:lnSpc>
                <a:spcPts val="2800"/>
              </a:lnSpc>
              <a:buNone/>
            </a:pPr>
            <a:r>
              <a:rPr lang="en-US" sz="2000" b="1" dirty="0">
                <a:solidFill>
                  <a:srgbClr val="EAF0FD"/>
                </a:solidFill>
                <a:latin typeface="Arial" pitchFamily="34" charset="0"/>
                <a:ea typeface="Arial" pitchFamily="34" charset="-122"/>
                <a:cs typeface="Arial" pitchFamily="34" charset="-120"/>
              </a:rPr>
              <a:t>a</a:t>
            </a:r>
            <a:pPr algn="l" indent="0" marL="0">
              <a:lnSpc>
                <a:spcPts val="2800"/>
              </a:lnSpc>
              <a:buNone/>
            </a:pPr>
            <a:r>
              <a:rPr lang="en-US" sz="2000" dirty="0">
                <a:solidFill>
                  <a:srgbClr val="EAF0FD"/>
                </a:solidFill>
                <a:latin typeface="Arial" pitchFamily="34" charset="0"/>
                <a:ea typeface="Arial" pitchFamily="34" charset="-122"/>
                <a:cs typeface="Arial" pitchFamily="34" charset="-120"/>
              </a:rPr>
              <a:t> or </a:t>
            </a:r>
            <a:pPr algn="l" indent="0" marL="0">
              <a:lnSpc>
                <a:spcPts val="2800"/>
              </a:lnSpc>
              <a:buNone/>
            </a:pPr>
            <a:r>
              <a:rPr lang="en-US" sz="2000" b="1" dirty="0">
                <a:solidFill>
                  <a:srgbClr val="EAF0FD"/>
                </a:solidFill>
                <a:latin typeface="Arial" pitchFamily="34" charset="0"/>
                <a:ea typeface="Arial" pitchFamily="34" charset="-122"/>
                <a:cs typeface="Arial" pitchFamily="34" charset="-120"/>
              </a:rPr>
              <a:t>an</a:t>
            </a:r>
            <a:pPr algn="l" indent="0" marL="0">
              <a:lnSpc>
                <a:spcPts val="2800"/>
              </a:lnSpc>
              <a:buNone/>
            </a:pPr>
            <a:r>
              <a:rPr lang="en-US" sz="2000" dirty="0">
                <a:solidFill>
                  <a:srgbClr val="EAF0FD"/>
                </a:solidFill>
                <a:latin typeface="Arial" pitchFamily="34" charset="0"/>
                <a:ea typeface="Arial" pitchFamily="34" charset="-122"/>
                <a:cs typeface="Arial" pitchFamily="34" charset="-120"/>
              </a:rPr>
              <a:t> by the first </a:t>
            </a:r>
            <a:pPr algn="l" indent="0" marL="0">
              <a:lnSpc>
                <a:spcPts val="2800"/>
              </a:lnSpc>
              <a:buNone/>
            </a:pPr>
            <a:r>
              <a:rPr lang="en-US" sz="2000" b="1" dirty="0">
                <a:solidFill>
                  <a:srgbClr val="EAF0FD"/>
                </a:solidFill>
                <a:latin typeface="Arial" pitchFamily="34" charset="0"/>
                <a:ea typeface="Arial" pitchFamily="34" charset="-122"/>
                <a:cs typeface="Arial" pitchFamily="34" charset="-120"/>
              </a:rPr>
              <a:t>sound</a:t>
            </a:r>
            <a:pPr algn="l" indent="0" marL="0">
              <a:lnSpc>
                <a:spcPts val="2800"/>
              </a:lnSpc>
              <a:buNone/>
            </a:pPr>
            <a:r>
              <a:rPr lang="en-US" sz="2000" dirty="0">
                <a:solidFill>
                  <a:srgbClr val="EAF0FD"/>
                </a:solidFill>
                <a:latin typeface="Arial" pitchFamily="34" charset="0"/>
                <a:ea typeface="Arial" pitchFamily="34" charset="-122"/>
                <a:cs typeface="Arial" pitchFamily="34" charset="-120"/>
              </a:rPr>
              <a:t> of the next word, not by its first letter.</a:t>
            </a: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7F0"/>
        </a:solidFill>
      </p:bgPr>
    </p:bg>
    <p:spTree>
      <p:nvGrpSpPr>
        <p:cNvPr id="1" name=""/>
        <p:cNvGrpSpPr/>
        <p:nvPr/>
      </p:nvGrpSpPr>
      <p:grpSpPr>
        <a:xfrm>
          <a:off x="0" y="0"/>
          <a:ext cx="0" cy="0"/>
          <a:chOff x="0" y="0"/>
          <a:chExt cx="0" cy="0"/>
        </a:xfrm>
      </p:grpSpPr>
      <p:sp>
        <p:nvSpPr>
          <p:cNvPr id="2" name="Text 0"/>
          <p:cNvSpPr txBox="1"/>
          <p:nvPr/>
        </p:nvSpPr>
        <p:spPr>
          <a:xfrm>
            <a:off x="812810" y="797540"/>
            <a:ext cx="10815798" cy="228600"/>
          </a:xfrm>
          <a:prstGeom prst="rect">
            <a:avLst/>
          </a:prstGeom>
          <a:noFill/>
          <a:ln/>
        </p:spPr>
        <p:txBody>
          <a:bodyPr wrap="square" lIns="0" tIns="0" rIns="0" bIns="0" rtlCol="0" anchor="t"/>
          <a:lstStyle/>
          <a:p>
            <a:pPr algn="l" indent="0" marL="0">
              <a:lnSpc>
                <a:spcPts val="1680"/>
              </a:lnSpc>
              <a:buNone/>
            </a:pPr>
            <a:r>
              <a:rPr lang="en-US" sz="1200" b="1" spc="150" kern="0" dirty="0">
                <a:solidFill>
                  <a:srgbClr val="636B78"/>
                </a:solidFill>
                <a:latin typeface="Arial" pitchFamily="34" charset="0"/>
                <a:ea typeface="Arial" pitchFamily="34" charset="-122"/>
                <a:cs typeface="Arial" pitchFamily="34" charset="-120"/>
              </a:rPr>
              <a:t>02 · A OR AN?</a:t>
            </a:r>
            <a:endParaRPr lang="en-US" sz="1200" dirty="0"/>
          </a:p>
        </p:txBody>
      </p:sp>
      <p:sp>
        <p:nvSpPr>
          <p:cNvPr id="3" name="Text 1"/>
          <p:cNvSpPr txBox="1"/>
          <p:nvPr/>
        </p:nvSpPr>
        <p:spPr>
          <a:xfrm>
            <a:off x="812810" y="1102309"/>
            <a:ext cx="10815798" cy="446959"/>
          </a:xfrm>
          <a:prstGeom prst="rect">
            <a:avLst/>
          </a:prstGeom>
          <a:noFill/>
          <a:ln/>
        </p:spPr>
        <p:txBody>
          <a:bodyPr wrap="square" lIns="0" tIns="0" rIns="0" bIns="0" rtlCol="0" anchor="t"/>
          <a:lstStyle/>
          <a:p>
            <a:pPr algn="l" indent="0" marL="0">
              <a:lnSpc>
                <a:spcPts val="3520"/>
              </a:lnSpc>
              <a:buNone/>
            </a:pPr>
            <a:r>
              <a:rPr lang="en-US" sz="3200" b="1" dirty="0">
                <a:solidFill>
                  <a:srgbClr val="15233F"/>
                </a:solidFill>
                <a:latin typeface="Arial" pitchFamily="34" charset="0"/>
                <a:ea typeface="Arial" pitchFamily="34" charset="-122"/>
                <a:cs typeface="Arial" pitchFamily="34" charset="-120"/>
              </a:rPr>
              <a:t>The rule: listen to the first sound</a:t>
            </a:r>
            <a:endParaRPr lang="en-US" sz="3200" dirty="0"/>
          </a:p>
        </p:txBody>
      </p:sp>
      <p:sp>
        <p:nvSpPr>
          <p:cNvPr id="4" name="Shape 2"/>
          <p:cNvSpPr/>
          <p:nvPr/>
        </p:nvSpPr>
        <p:spPr>
          <a:xfrm>
            <a:off x="812810" y="1803288"/>
            <a:ext cx="5156210" cy="3068178"/>
          </a:xfrm>
          <a:prstGeom prst="roundRect">
            <a:avLst>
              <a:gd name="adj" fmla="val 4140"/>
            </a:avLst>
          </a:prstGeom>
          <a:solidFill>
            <a:srgbClr val="E4EBFA"/>
          </a:solidFill>
          <a:ln/>
        </p:spPr>
      </p:sp>
      <p:sp>
        <p:nvSpPr>
          <p:cNvPr id="5" name="Text 3"/>
          <p:cNvSpPr txBox="1"/>
          <p:nvPr/>
        </p:nvSpPr>
        <p:spPr>
          <a:xfrm>
            <a:off x="1117580" y="2108058"/>
            <a:ext cx="4675602" cy="446959"/>
          </a:xfrm>
          <a:prstGeom prst="rect">
            <a:avLst/>
          </a:prstGeom>
          <a:noFill/>
          <a:ln/>
        </p:spPr>
        <p:txBody>
          <a:bodyPr wrap="square" lIns="0" tIns="0" rIns="0" bIns="0" rtlCol="0" anchor="t"/>
          <a:lstStyle/>
          <a:p>
            <a:pPr algn="l" indent="0" marL="0">
              <a:lnSpc>
                <a:spcPts val="3520"/>
              </a:lnSpc>
              <a:buNone/>
            </a:pPr>
            <a:r>
              <a:rPr lang="en-US" sz="3200" b="1" dirty="0">
                <a:solidFill>
                  <a:srgbClr val="2A5BC4"/>
                </a:solidFill>
                <a:latin typeface="Arial" pitchFamily="34" charset="0"/>
                <a:ea typeface="Arial" pitchFamily="34" charset="-122"/>
                <a:cs typeface="Arial" pitchFamily="34" charset="-120"/>
              </a:rPr>
              <a:t>a</a:t>
            </a:r>
            <a:endParaRPr lang="en-US" sz="3200" dirty="0"/>
          </a:p>
        </p:txBody>
      </p:sp>
      <p:sp>
        <p:nvSpPr>
          <p:cNvPr id="6" name="Text 4"/>
          <p:cNvSpPr txBox="1"/>
          <p:nvPr/>
        </p:nvSpPr>
        <p:spPr>
          <a:xfrm>
            <a:off x="1117580" y="2616007"/>
            <a:ext cx="4675602" cy="289499"/>
          </a:xfrm>
          <a:prstGeom prst="rect">
            <a:avLst/>
          </a:prstGeom>
          <a:noFill/>
          <a:ln/>
        </p:spPr>
        <p:txBody>
          <a:bodyPr wrap="square" lIns="0" tIns="0" rIns="0" bIns="0" rtlCol="0" anchor="t"/>
          <a:lstStyle/>
          <a:p>
            <a:pPr algn="l" indent="0" marL="0">
              <a:lnSpc>
                <a:spcPts val="2160"/>
              </a:lnSpc>
              <a:buNone/>
            </a:pPr>
            <a:r>
              <a:rPr lang="en-US" sz="1600" b="1" dirty="0">
                <a:solidFill>
                  <a:srgbClr val="15233F"/>
                </a:solidFill>
                <a:latin typeface="Arial" pitchFamily="34" charset="0"/>
                <a:ea typeface="Arial" pitchFamily="34" charset="-122"/>
                <a:cs typeface="Arial" pitchFamily="34" charset="-120"/>
              </a:rPr>
              <a:t>+ a consonant sound</a:t>
            </a:r>
            <a:endParaRPr lang="en-US" sz="1600" dirty="0"/>
          </a:p>
        </p:txBody>
      </p:sp>
      <p:sp>
        <p:nvSpPr>
          <p:cNvPr id="7" name="Text 5"/>
          <p:cNvSpPr txBox="1"/>
          <p:nvPr/>
        </p:nvSpPr>
        <p:spPr>
          <a:xfrm>
            <a:off x="1117580" y="2966496"/>
            <a:ext cx="4675602" cy="228600"/>
          </a:xfrm>
          <a:prstGeom prst="rect">
            <a:avLst/>
          </a:prstGeom>
          <a:noFill/>
          <a:ln/>
        </p:spPr>
        <p:txBody>
          <a:bodyPr wrap="square" lIns="0" tIns="0" rIns="0" bIns="0" rtlCol="0" anchor="t"/>
          <a:lstStyle/>
          <a:p>
            <a:pPr algn="l" indent="0" marL="0">
              <a:lnSpc>
                <a:spcPts val="1680"/>
              </a:lnSpc>
              <a:buNone/>
            </a:pPr>
            <a:r>
              <a:rPr lang="en-US" sz="1200" dirty="0">
                <a:solidFill>
                  <a:srgbClr val="3F4A5C"/>
                </a:solidFill>
                <a:latin typeface="Arial" pitchFamily="34" charset="0"/>
                <a:ea typeface="Arial" pitchFamily="34" charset="-122"/>
                <a:cs typeface="Arial" pitchFamily="34" charset="-120"/>
              </a:rPr>
              <a:t>b, c, d, f, g, h, k, l, m, n, p, r, s, t…</a:t>
            </a:r>
            <a:endParaRPr lang="en-US" sz="1200" dirty="0"/>
          </a:p>
        </p:txBody>
      </p:sp>
      <p:sp>
        <p:nvSpPr>
          <p:cNvPr id="8" name="Text 6"/>
          <p:cNvSpPr txBox="1"/>
          <p:nvPr/>
        </p:nvSpPr>
        <p:spPr>
          <a:xfrm>
            <a:off x="1117580" y="3360146"/>
            <a:ext cx="2305020" cy="342900"/>
          </a:xfrm>
          <a:prstGeom prst="rect">
            <a:avLst/>
          </a:prstGeom>
          <a:noFill/>
          <a:ln/>
        </p:spPr>
        <p:txBody>
          <a:bodyPr wrap="square" lIns="0" tIns="0" rIns="0" bIns="0" rtlCol="0" anchor="t"/>
          <a:lstStyle/>
          <a:p>
            <a:pPr algn="l" indent="0" marL="0">
              <a:lnSpc>
                <a:spcPts val="2600"/>
              </a:lnSpc>
              <a:buNone/>
            </a:pPr>
            <a:r>
              <a:rPr lang="en-US" sz="2000" b="1" dirty="0">
                <a:solidFill>
                  <a:srgbClr val="2A5BC4"/>
                </a:solidFill>
                <a:latin typeface="Arial" pitchFamily="34" charset="0"/>
                <a:ea typeface="Arial" pitchFamily="34" charset="-122"/>
                <a:cs typeface="Arial" pitchFamily="34" charset="-120"/>
              </a:rPr>
              <a:t>a</a:t>
            </a:r>
            <a:pPr algn="l" indent="0" marL="0">
              <a:lnSpc>
                <a:spcPts val="2600"/>
              </a:lnSpc>
              <a:buNone/>
            </a:pPr>
            <a:r>
              <a:rPr lang="en-US" sz="2000" dirty="0">
                <a:solidFill>
                  <a:srgbClr val="15233F"/>
                </a:solidFill>
                <a:latin typeface="Arial" pitchFamily="34" charset="0"/>
                <a:ea typeface="Arial" pitchFamily="34" charset="-122"/>
                <a:cs typeface="Arial" pitchFamily="34" charset="-120"/>
              </a:rPr>
              <a:t> book</a:t>
            </a:r>
            <a:endParaRPr lang="en-US" sz="2000" dirty="0"/>
          </a:p>
        </p:txBody>
      </p:sp>
      <p:sp>
        <p:nvSpPr>
          <p:cNvPr id="9" name="Text 7"/>
          <p:cNvSpPr txBox="1"/>
          <p:nvPr/>
        </p:nvSpPr>
        <p:spPr>
          <a:xfrm>
            <a:off x="3441710" y="3360146"/>
            <a:ext cx="2305020" cy="342900"/>
          </a:xfrm>
          <a:prstGeom prst="rect">
            <a:avLst/>
          </a:prstGeom>
          <a:noFill/>
          <a:ln/>
        </p:spPr>
        <p:txBody>
          <a:bodyPr wrap="square" lIns="0" tIns="0" rIns="0" bIns="0" rtlCol="0" anchor="t"/>
          <a:lstStyle/>
          <a:p>
            <a:pPr algn="l" indent="0" marL="0">
              <a:lnSpc>
                <a:spcPts val="2600"/>
              </a:lnSpc>
              <a:buNone/>
            </a:pPr>
            <a:r>
              <a:rPr lang="en-US" sz="2000" b="1" dirty="0">
                <a:solidFill>
                  <a:srgbClr val="2A5BC4"/>
                </a:solidFill>
                <a:latin typeface="Arial" pitchFamily="34" charset="0"/>
                <a:ea typeface="Arial" pitchFamily="34" charset="-122"/>
                <a:cs typeface="Arial" pitchFamily="34" charset="-120"/>
              </a:rPr>
              <a:t>a</a:t>
            </a:r>
            <a:pPr algn="l" indent="0" marL="0">
              <a:lnSpc>
                <a:spcPts val="2600"/>
              </a:lnSpc>
              <a:buNone/>
            </a:pPr>
            <a:r>
              <a:rPr lang="en-US" sz="2000" dirty="0">
                <a:solidFill>
                  <a:srgbClr val="15233F"/>
                </a:solidFill>
                <a:latin typeface="Arial" pitchFamily="34" charset="0"/>
                <a:ea typeface="Arial" pitchFamily="34" charset="-122"/>
                <a:cs typeface="Arial" pitchFamily="34" charset="-120"/>
              </a:rPr>
              <a:t> car</a:t>
            </a:r>
            <a:endParaRPr lang="en-US" sz="2000" dirty="0"/>
          </a:p>
        </p:txBody>
      </p:sp>
      <p:sp>
        <p:nvSpPr>
          <p:cNvPr id="10" name="Text 8"/>
          <p:cNvSpPr txBox="1"/>
          <p:nvPr/>
        </p:nvSpPr>
        <p:spPr>
          <a:xfrm>
            <a:off x="1117580" y="3791925"/>
            <a:ext cx="2305020" cy="342900"/>
          </a:xfrm>
          <a:prstGeom prst="rect">
            <a:avLst/>
          </a:prstGeom>
          <a:noFill/>
          <a:ln/>
        </p:spPr>
        <p:txBody>
          <a:bodyPr wrap="square" lIns="0" tIns="0" rIns="0" bIns="0" rtlCol="0" anchor="t"/>
          <a:lstStyle/>
          <a:p>
            <a:pPr algn="l" indent="0" marL="0">
              <a:lnSpc>
                <a:spcPts val="2600"/>
              </a:lnSpc>
              <a:buNone/>
            </a:pPr>
            <a:r>
              <a:rPr lang="en-US" sz="2000" b="1" dirty="0">
                <a:solidFill>
                  <a:srgbClr val="2A5BC4"/>
                </a:solidFill>
                <a:latin typeface="Arial" pitchFamily="34" charset="0"/>
                <a:ea typeface="Arial" pitchFamily="34" charset="-122"/>
                <a:cs typeface="Arial" pitchFamily="34" charset="-120"/>
              </a:rPr>
              <a:t>a</a:t>
            </a:r>
            <a:pPr algn="l" indent="0" marL="0">
              <a:lnSpc>
                <a:spcPts val="2600"/>
              </a:lnSpc>
              <a:buNone/>
            </a:pPr>
            <a:r>
              <a:rPr lang="en-US" sz="2000" dirty="0">
                <a:solidFill>
                  <a:srgbClr val="15233F"/>
                </a:solidFill>
                <a:latin typeface="Arial" pitchFamily="34" charset="0"/>
                <a:ea typeface="Arial" pitchFamily="34" charset="-122"/>
                <a:cs typeface="Arial" pitchFamily="34" charset="-120"/>
              </a:rPr>
              <a:t> dog</a:t>
            </a:r>
            <a:endParaRPr lang="en-US" sz="2000" dirty="0"/>
          </a:p>
        </p:txBody>
      </p:sp>
      <p:sp>
        <p:nvSpPr>
          <p:cNvPr id="11" name="Text 9"/>
          <p:cNvSpPr txBox="1"/>
          <p:nvPr/>
        </p:nvSpPr>
        <p:spPr>
          <a:xfrm>
            <a:off x="3441710" y="3791925"/>
            <a:ext cx="2305020" cy="342900"/>
          </a:xfrm>
          <a:prstGeom prst="rect">
            <a:avLst/>
          </a:prstGeom>
          <a:noFill/>
          <a:ln/>
        </p:spPr>
        <p:txBody>
          <a:bodyPr wrap="square" lIns="0" tIns="0" rIns="0" bIns="0" rtlCol="0" anchor="t"/>
          <a:lstStyle/>
          <a:p>
            <a:pPr algn="l" indent="0" marL="0">
              <a:lnSpc>
                <a:spcPts val="2600"/>
              </a:lnSpc>
              <a:buNone/>
            </a:pPr>
            <a:r>
              <a:rPr lang="en-US" sz="2000" b="1" dirty="0">
                <a:solidFill>
                  <a:srgbClr val="2A5BC4"/>
                </a:solidFill>
                <a:latin typeface="Arial" pitchFamily="34" charset="0"/>
                <a:ea typeface="Arial" pitchFamily="34" charset="-122"/>
                <a:cs typeface="Arial" pitchFamily="34" charset="-120"/>
              </a:rPr>
              <a:t>a</a:t>
            </a:r>
            <a:pPr algn="l" indent="0" marL="0">
              <a:lnSpc>
                <a:spcPts val="2600"/>
              </a:lnSpc>
              <a:buNone/>
            </a:pPr>
            <a:r>
              <a:rPr lang="en-US" sz="2000" dirty="0">
                <a:solidFill>
                  <a:srgbClr val="15233F"/>
                </a:solidFill>
                <a:latin typeface="Arial" pitchFamily="34" charset="0"/>
                <a:ea typeface="Arial" pitchFamily="34" charset="-122"/>
                <a:cs typeface="Arial" pitchFamily="34" charset="-120"/>
              </a:rPr>
              <a:t> house</a:t>
            </a:r>
            <a:endParaRPr lang="en-US" sz="2000" dirty="0"/>
          </a:p>
        </p:txBody>
      </p:sp>
      <p:sp>
        <p:nvSpPr>
          <p:cNvPr id="12" name="Text 10"/>
          <p:cNvSpPr txBox="1"/>
          <p:nvPr/>
        </p:nvSpPr>
        <p:spPr>
          <a:xfrm>
            <a:off x="1117580" y="4223705"/>
            <a:ext cx="2305020" cy="342900"/>
          </a:xfrm>
          <a:prstGeom prst="rect">
            <a:avLst/>
          </a:prstGeom>
          <a:noFill/>
          <a:ln/>
        </p:spPr>
        <p:txBody>
          <a:bodyPr wrap="square" lIns="0" tIns="0" rIns="0" bIns="0" rtlCol="0" anchor="t"/>
          <a:lstStyle/>
          <a:p>
            <a:pPr algn="l" indent="0" marL="0">
              <a:lnSpc>
                <a:spcPts val="2600"/>
              </a:lnSpc>
              <a:buNone/>
            </a:pPr>
            <a:r>
              <a:rPr lang="en-US" sz="2000" b="1" dirty="0">
                <a:solidFill>
                  <a:srgbClr val="2A5BC4"/>
                </a:solidFill>
                <a:latin typeface="Arial" pitchFamily="34" charset="0"/>
                <a:ea typeface="Arial" pitchFamily="34" charset="-122"/>
                <a:cs typeface="Arial" pitchFamily="34" charset="-120"/>
              </a:rPr>
              <a:t>a</a:t>
            </a:r>
            <a:pPr algn="l" indent="0" marL="0">
              <a:lnSpc>
                <a:spcPts val="2600"/>
              </a:lnSpc>
              <a:buNone/>
            </a:pPr>
            <a:r>
              <a:rPr lang="en-US" sz="2000" dirty="0">
                <a:solidFill>
                  <a:srgbClr val="15233F"/>
                </a:solidFill>
                <a:latin typeface="Arial" pitchFamily="34" charset="0"/>
                <a:ea typeface="Arial" pitchFamily="34" charset="-122"/>
                <a:cs typeface="Arial" pitchFamily="34" charset="-120"/>
              </a:rPr>
              <a:t> teacher</a:t>
            </a:r>
            <a:endParaRPr lang="en-US" sz="2000" dirty="0"/>
          </a:p>
        </p:txBody>
      </p:sp>
      <p:sp>
        <p:nvSpPr>
          <p:cNvPr id="13" name="Text 11"/>
          <p:cNvSpPr txBox="1"/>
          <p:nvPr/>
        </p:nvSpPr>
        <p:spPr>
          <a:xfrm>
            <a:off x="3441710" y="4223705"/>
            <a:ext cx="2305020" cy="342900"/>
          </a:xfrm>
          <a:prstGeom prst="rect">
            <a:avLst/>
          </a:prstGeom>
          <a:noFill/>
          <a:ln/>
        </p:spPr>
        <p:txBody>
          <a:bodyPr wrap="square" lIns="0" tIns="0" rIns="0" bIns="0" rtlCol="0" anchor="t"/>
          <a:lstStyle/>
          <a:p>
            <a:pPr algn="l" indent="0" marL="0">
              <a:lnSpc>
                <a:spcPts val="2600"/>
              </a:lnSpc>
              <a:buNone/>
            </a:pPr>
            <a:r>
              <a:rPr lang="en-US" sz="2000" b="1" dirty="0">
                <a:solidFill>
                  <a:srgbClr val="2A5BC4"/>
                </a:solidFill>
                <a:latin typeface="Arial" pitchFamily="34" charset="0"/>
                <a:ea typeface="Arial" pitchFamily="34" charset="-122"/>
                <a:cs typeface="Arial" pitchFamily="34" charset="-120"/>
              </a:rPr>
              <a:t>a</a:t>
            </a:r>
            <a:pPr algn="l" indent="0" marL="0">
              <a:lnSpc>
                <a:spcPts val="2600"/>
              </a:lnSpc>
              <a:buNone/>
            </a:pPr>
            <a:r>
              <a:rPr lang="en-US" sz="2000" dirty="0">
                <a:solidFill>
                  <a:srgbClr val="15233F"/>
                </a:solidFill>
                <a:latin typeface="Arial" pitchFamily="34" charset="0"/>
                <a:ea typeface="Arial" pitchFamily="34" charset="-122"/>
                <a:cs typeface="Arial" pitchFamily="34" charset="-120"/>
              </a:rPr>
              <a:t> red apple</a:t>
            </a:r>
            <a:endParaRPr lang="en-US" sz="2000" dirty="0"/>
          </a:p>
        </p:txBody>
      </p:sp>
      <p:sp>
        <p:nvSpPr>
          <p:cNvPr id="14" name="Shape 12"/>
          <p:cNvSpPr/>
          <p:nvPr/>
        </p:nvSpPr>
        <p:spPr>
          <a:xfrm>
            <a:off x="6223041" y="1803288"/>
            <a:ext cx="5156210" cy="3068178"/>
          </a:xfrm>
          <a:prstGeom prst="roundRect">
            <a:avLst>
              <a:gd name="adj" fmla="val 4140"/>
            </a:avLst>
          </a:prstGeom>
          <a:solidFill>
            <a:srgbClr val="E4EBFA"/>
          </a:solidFill>
          <a:ln/>
        </p:spPr>
      </p:sp>
      <p:sp>
        <p:nvSpPr>
          <p:cNvPr id="15" name="Text 13"/>
          <p:cNvSpPr txBox="1"/>
          <p:nvPr/>
        </p:nvSpPr>
        <p:spPr>
          <a:xfrm>
            <a:off x="6527810" y="2108058"/>
            <a:ext cx="4675602" cy="446959"/>
          </a:xfrm>
          <a:prstGeom prst="rect">
            <a:avLst/>
          </a:prstGeom>
          <a:noFill/>
          <a:ln/>
        </p:spPr>
        <p:txBody>
          <a:bodyPr wrap="square" lIns="0" tIns="0" rIns="0" bIns="0" rtlCol="0" anchor="t"/>
          <a:lstStyle/>
          <a:p>
            <a:pPr algn="l" indent="0" marL="0">
              <a:lnSpc>
                <a:spcPts val="3520"/>
              </a:lnSpc>
              <a:buNone/>
            </a:pPr>
            <a:r>
              <a:rPr lang="en-US" sz="3200" b="1" dirty="0">
                <a:solidFill>
                  <a:srgbClr val="2A5BC4"/>
                </a:solidFill>
                <a:latin typeface="Arial" pitchFamily="34" charset="0"/>
                <a:ea typeface="Arial" pitchFamily="34" charset="-122"/>
                <a:cs typeface="Arial" pitchFamily="34" charset="-120"/>
              </a:rPr>
              <a:t>an</a:t>
            </a:r>
            <a:endParaRPr lang="en-US" sz="3200" dirty="0"/>
          </a:p>
        </p:txBody>
      </p:sp>
      <p:sp>
        <p:nvSpPr>
          <p:cNvPr id="16" name="Text 14"/>
          <p:cNvSpPr txBox="1"/>
          <p:nvPr/>
        </p:nvSpPr>
        <p:spPr>
          <a:xfrm>
            <a:off x="6527810" y="2616007"/>
            <a:ext cx="4675602" cy="289499"/>
          </a:xfrm>
          <a:prstGeom prst="rect">
            <a:avLst/>
          </a:prstGeom>
          <a:noFill/>
          <a:ln/>
        </p:spPr>
        <p:txBody>
          <a:bodyPr wrap="square" lIns="0" tIns="0" rIns="0" bIns="0" rtlCol="0" anchor="t"/>
          <a:lstStyle/>
          <a:p>
            <a:pPr algn="l" indent="0" marL="0">
              <a:lnSpc>
                <a:spcPts val="2160"/>
              </a:lnSpc>
              <a:buNone/>
            </a:pPr>
            <a:r>
              <a:rPr lang="en-US" sz="1600" b="1" dirty="0">
                <a:solidFill>
                  <a:srgbClr val="15233F"/>
                </a:solidFill>
                <a:latin typeface="Arial" pitchFamily="34" charset="0"/>
                <a:ea typeface="Arial" pitchFamily="34" charset="-122"/>
                <a:cs typeface="Arial" pitchFamily="34" charset="-120"/>
              </a:rPr>
              <a:t>+ a vowel sound</a:t>
            </a:r>
            <a:endParaRPr lang="en-US" sz="1600" dirty="0"/>
          </a:p>
        </p:txBody>
      </p:sp>
      <p:sp>
        <p:nvSpPr>
          <p:cNvPr id="17" name="Text 15"/>
          <p:cNvSpPr txBox="1"/>
          <p:nvPr/>
        </p:nvSpPr>
        <p:spPr>
          <a:xfrm>
            <a:off x="6527810" y="2966496"/>
            <a:ext cx="4675602" cy="228600"/>
          </a:xfrm>
          <a:prstGeom prst="rect">
            <a:avLst/>
          </a:prstGeom>
          <a:noFill/>
          <a:ln/>
        </p:spPr>
        <p:txBody>
          <a:bodyPr wrap="square" lIns="0" tIns="0" rIns="0" bIns="0" rtlCol="0" anchor="t"/>
          <a:lstStyle/>
          <a:p>
            <a:pPr algn="l" indent="0" marL="0">
              <a:lnSpc>
                <a:spcPts val="1680"/>
              </a:lnSpc>
              <a:buNone/>
            </a:pPr>
            <a:r>
              <a:rPr lang="en-US" sz="1200" dirty="0">
                <a:solidFill>
                  <a:srgbClr val="3F4A5C"/>
                </a:solidFill>
                <a:latin typeface="Arial" pitchFamily="34" charset="0"/>
                <a:ea typeface="Arial" pitchFamily="34" charset="-122"/>
                <a:cs typeface="Arial" pitchFamily="34" charset="-120"/>
              </a:rPr>
              <a:t>the sounds of a, e, i, o, u</a:t>
            </a:r>
            <a:endParaRPr lang="en-US" sz="1200" dirty="0"/>
          </a:p>
        </p:txBody>
      </p:sp>
      <p:sp>
        <p:nvSpPr>
          <p:cNvPr id="18" name="Text 16"/>
          <p:cNvSpPr txBox="1"/>
          <p:nvPr/>
        </p:nvSpPr>
        <p:spPr>
          <a:xfrm>
            <a:off x="6527810" y="3360146"/>
            <a:ext cx="2305020" cy="342900"/>
          </a:xfrm>
          <a:prstGeom prst="rect">
            <a:avLst/>
          </a:prstGeom>
          <a:noFill/>
          <a:ln/>
        </p:spPr>
        <p:txBody>
          <a:bodyPr wrap="square" lIns="0" tIns="0" rIns="0" bIns="0" rtlCol="0" anchor="t"/>
          <a:lstStyle/>
          <a:p>
            <a:pPr algn="l" indent="0" marL="0">
              <a:lnSpc>
                <a:spcPts val="2600"/>
              </a:lnSpc>
              <a:buNone/>
            </a:pPr>
            <a:r>
              <a:rPr lang="en-US" sz="2000" b="1" dirty="0">
                <a:solidFill>
                  <a:srgbClr val="2A5BC4"/>
                </a:solidFill>
                <a:latin typeface="Arial" pitchFamily="34" charset="0"/>
                <a:ea typeface="Arial" pitchFamily="34" charset="-122"/>
                <a:cs typeface="Arial" pitchFamily="34" charset="-120"/>
              </a:rPr>
              <a:t>an</a:t>
            </a:r>
            <a:pPr algn="l" indent="0" marL="0">
              <a:lnSpc>
                <a:spcPts val="2600"/>
              </a:lnSpc>
              <a:buNone/>
            </a:pPr>
            <a:r>
              <a:rPr lang="en-US" sz="2000" dirty="0">
                <a:solidFill>
                  <a:srgbClr val="15233F"/>
                </a:solidFill>
                <a:latin typeface="Arial" pitchFamily="34" charset="0"/>
                <a:ea typeface="Arial" pitchFamily="34" charset="-122"/>
                <a:cs typeface="Arial" pitchFamily="34" charset="-120"/>
              </a:rPr>
              <a:t> apple</a:t>
            </a:r>
            <a:endParaRPr lang="en-US" sz="2000" dirty="0"/>
          </a:p>
        </p:txBody>
      </p:sp>
      <p:sp>
        <p:nvSpPr>
          <p:cNvPr id="19" name="Text 17"/>
          <p:cNvSpPr txBox="1"/>
          <p:nvPr/>
        </p:nvSpPr>
        <p:spPr>
          <a:xfrm>
            <a:off x="8851941" y="3360146"/>
            <a:ext cx="2305020" cy="342900"/>
          </a:xfrm>
          <a:prstGeom prst="rect">
            <a:avLst/>
          </a:prstGeom>
          <a:noFill/>
          <a:ln/>
        </p:spPr>
        <p:txBody>
          <a:bodyPr wrap="square" lIns="0" tIns="0" rIns="0" bIns="0" rtlCol="0" anchor="t"/>
          <a:lstStyle/>
          <a:p>
            <a:pPr algn="l" indent="0" marL="0">
              <a:lnSpc>
                <a:spcPts val="2600"/>
              </a:lnSpc>
              <a:buNone/>
            </a:pPr>
            <a:r>
              <a:rPr lang="en-US" sz="2000" b="1" dirty="0">
                <a:solidFill>
                  <a:srgbClr val="2A5BC4"/>
                </a:solidFill>
                <a:latin typeface="Arial" pitchFamily="34" charset="0"/>
                <a:ea typeface="Arial" pitchFamily="34" charset="-122"/>
                <a:cs typeface="Arial" pitchFamily="34" charset="-120"/>
              </a:rPr>
              <a:t>an</a:t>
            </a:r>
            <a:pPr algn="l" indent="0" marL="0">
              <a:lnSpc>
                <a:spcPts val="2600"/>
              </a:lnSpc>
              <a:buNone/>
            </a:pPr>
            <a:r>
              <a:rPr lang="en-US" sz="2000" dirty="0">
                <a:solidFill>
                  <a:srgbClr val="15233F"/>
                </a:solidFill>
                <a:latin typeface="Arial" pitchFamily="34" charset="0"/>
                <a:ea typeface="Arial" pitchFamily="34" charset="-122"/>
                <a:cs typeface="Arial" pitchFamily="34" charset="-120"/>
              </a:rPr>
              <a:t> egg</a:t>
            </a:r>
            <a:endParaRPr lang="en-US" sz="2000" dirty="0"/>
          </a:p>
        </p:txBody>
      </p:sp>
      <p:sp>
        <p:nvSpPr>
          <p:cNvPr id="20" name="Text 18"/>
          <p:cNvSpPr txBox="1"/>
          <p:nvPr/>
        </p:nvSpPr>
        <p:spPr>
          <a:xfrm>
            <a:off x="6527810" y="3791925"/>
            <a:ext cx="2305020" cy="342900"/>
          </a:xfrm>
          <a:prstGeom prst="rect">
            <a:avLst/>
          </a:prstGeom>
          <a:noFill/>
          <a:ln/>
        </p:spPr>
        <p:txBody>
          <a:bodyPr wrap="square" lIns="0" tIns="0" rIns="0" bIns="0" rtlCol="0" anchor="t"/>
          <a:lstStyle/>
          <a:p>
            <a:pPr algn="l" indent="0" marL="0">
              <a:lnSpc>
                <a:spcPts val="2600"/>
              </a:lnSpc>
              <a:buNone/>
            </a:pPr>
            <a:r>
              <a:rPr lang="en-US" sz="2000" b="1" dirty="0">
                <a:solidFill>
                  <a:srgbClr val="2A5BC4"/>
                </a:solidFill>
                <a:latin typeface="Arial" pitchFamily="34" charset="0"/>
                <a:ea typeface="Arial" pitchFamily="34" charset="-122"/>
                <a:cs typeface="Arial" pitchFamily="34" charset="-120"/>
              </a:rPr>
              <a:t>an</a:t>
            </a:r>
            <a:pPr algn="l" indent="0" marL="0">
              <a:lnSpc>
                <a:spcPts val="2600"/>
              </a:lnSpc>
              <a:buNone/>
            </a:pPr>
            <a:r>
              <a:rPr lang="en-US" sz="2000" dirty="0">
                <a:solidFill>
                  <a:srgbClr val="15233F"/>
                </a:solidFill>
                <a:latin typeface="Arial" pitchFamily="34" charset="0"/>
                <a:ea typeface="Arial" pitchFamily="34" charset="-122"/>
                <a:cs typeface="Arial" pitchFamily="34" charset="-120"/>
              </a:rPr>
              <a:t> idea</a:t>
            </a:r>
            <a:endParaRPr lang="en-US" sz="2000" dirty="0"/>
          </a:p>
        </p:txBody>
      </p:sp>
      <p:sp>
        <p:nvSpPr>
          <p:cNvPr id="21" name="Text 19"/>
          <p:cNvSpPr txBox="1"/>
          <p:nvPr/>
        </p:nvSpPr>
        <p:spPr>
          <a:xfrm>
            <a:off x="8851941" y="3791925"/>
            <a:ext cx="2305020" cy="342900"/>
          </a:xfrm>
          <a:prstGeom prst="rect">
            <a:avLst/>
          </a:prstGeom>
          <a:noFill/>
          <a:ln/>
        </p:spPr>
        <p:txBody>
          <a:bodyPr wrap="square" lIns="0" tIns="0" rIns="0" bIns="0" rtlCol="0" anchor="t"/>
          <a:lstStyle/>
          <a:p>
            <a:pPr algn="l" indent="0" marL="0">
              <a:lnSpc>
                <a:spcPts val="2600"/>
              </a:lnSpc>
              <a:buNone/>
            </a:pPr>
            <a:r>
              <a:rPr lang="en-US" sz="2000" b="1" dirty="0">
                <a:solidFill>
                  <a:srgbClr val="2A5BC4"/>
                </a:solidFill>
                <a:latin typeface="Arial" pitchFamily="34" charset="0"/>
                <a:ea typeface="Arial" pitchFamily="34" charset="-122"/>
                <a:cs typeface="Arial" pitchFamily="34" charset="-120"/>
              </a:rPr>
              <a:t>an</a:t>
            </a:r>
            <a:pPr algn="l" indent="0" marL="0">
              <a:lnSpc>
                <a:spcPts val="2600"/>
              </a:lnSpc>
              <a:buNone/>
            </a:pPr>
            <a:r>
              <a:rPr lang="en-US" sz="2000" dirty="0">
                <a:solidFill>
                  <a:srgbClr val="15233F"/>
                </a:solidFill>
                <a:latin typeface="Arial" pitchFamily="34" charset="0"/>
                <a:ea typeface="Arial" pitchFamily="34" charset="-122"/>
                <a:cs typeface="Arial" pitchFamily="34" charset="-120"/>
              </a:rPr>
              <a:t> orange</a:t>
            </a:r>
            <a:endParaRPr lang="en-US" sz="2000" dirty="0"/>
          </a:p>
        </p:txBody>
      </p:sp>
      <p:sp>
        <p:nvSpPr>
          <p:cNvPr id="22" name="Text 20"/>
          <p:cNvSpPr txBox="1"/>
          <p:nvPr/>
        </p:nvSpPr>
        <p:spPr>
          <a:xfrm>
            <a:off x="6527810" y="4223705"/>
            <a:ext cx="2305020" cy="342900"/>
          </a:xfrm>
          <a:prstGeom prst="rect">
            <a:avLst/>
          </a:prstGeom>
          <a:noFill/>
          <a:ln/>
        </p:spPr>
        <p:txBody>
          <a:bodyPr wrap="square" lIns="0" tIns="0" rIns="0" bIns="0" rtlCol="0" anchor="t"/>
          <a:lstStyle/>
          <a:p>
            <a:pPr algn="l" indent="0" marL="0">
              <a:lnSpc>
                <a:spcPts val="2600"/>
              </a:lnSpc>
              <a:buNone/>
            </a:pPr>
            <a:r>
              <a:rPr lang="en-US" sz="2000" b="1" dirty="0">
                <a:solidFill>
                  <a:srgbClr val="2A5BC4"/>
                </a:solidFill>
                <a:latin typeface="Arial" pitchFamily="34" charset="0"/>
                <a:ea typeface="Arial" pitchFamily="34" charset="-122"/>
                <a:cs typeface="Arial" pitchFamily="34" charset="-120"/>
              </a:rPr>
              <a:t>an</a:t>
            </a:r>
            <a:pPr algn="l" indent="0" marL="0">
              <a:lnSpc>
                <a:spcPts val="2600"/>
              </a:lnSpc>
              <a:buNone/>
            </a:pPr>
            <a:r>
              <a:rPr lang="en-US" sz="2000" dirty="0">
                <a:solidFill>
                  <a:srgbClr val="15233F"/>
                </a:solidFill>
                <a:latin typeface="Arial" pitchFamily="34" charset="0"/>
                <a:ea typeface="Arial" pitchFamily="34" charset="-122"/>
                <a:cs typeface="Arial" pitchFamily="34" charset="-120"/>
              </a:rPr>
              <a:t> umbrella</a:t>
            </a:r>
            <a:endParaRPr lang="en-US" sz="2000" dirty="0"/>
          </a:p>
        </p:txBody>
      </p:sp>
      <p:sp>
        <p:nvSpPr>
          <p:cNvPr id="23" name="Text 21"/>
          <p:cNvSpPr txBox="1"/>
          <p:nvPr/>
        </p:nvSpPr>
        <p:spPr>
          <a:xfrm>
            <a:off x="8851941" y="4223705"/>
            <a:ext cx="2305020" cy="342900"/>
          </a:xfrm>
          <a:prstGeom prst="rect">
            <a:avLst/>
          </a:prstGeom>
          <a:noFill/>
          <a:ln/>
        </p:spPr>
        <p:txBody>
          <a:bodyPr wrap="square" lIns="0" tIns="0" rIns="0" bIns="0" rtlCol="0" anchor="t"/>
          <a:lstStyle/>
          <a:p>
            <a:pPr algn="l" indent="0" marL="0">
              <a:lnSpc>
                <a:spcPts val="2600"/>
              </a:lnSpc>
              <a:buNone/>
            </a:pPr>
            <a:r>
              <a:rPr lang="en-US" sz="2000" b="1" dirty="0">
                <a:solidFill>
                  <a:srgbClr val="2A5BC4"/>
                </a:solidFill>
                <a:latin typeface="Arial" pitchFamily="34" charset="0"/>
                <a:ea typeface="Arial" pitchFamily="34" charset="-122"/>
                <a:cs typeface="Arial" pitchFamily="34" charset="-120"/>
              </a:rPr>
              <a:t>an</a:t>
            </a:r>
            <a:pPr algn="l" indent="0" marL="0">
              <a:lnSpc>
                <a:spcPts val="2600"/>
              </a:lnSpc>
              <a:buNone/>
            </a:pPr>
            <a:r>
              <a:rPr lang="en-US" sz="2000" dirty="0">
                <a:solidFill>
                  <a:srgbClr val="15233F"/>
                </a:solidFill>
                <a:latin typeface="Arial" pitchFamily="34" charset="0"/>
                <a:ea typeface="Arial" pitchFamily="34" charset="-122"/>
                <a:cs typeface="Arial" pitchFamily="34" charset="-120"/>
              </a:rPr>
              <a:t> old car</a:t>
            </a:r>
            <a:endParaRPr lang="en-US" sz="2000" dirty="0"/>
          </a:p>
        </p:txBody>
      </p:sp>
      <p:sp>
        <p:nvSpPr>
          <p:cNvPr id="24" name="Shape 22"/>
          <p:cNvSpPr/>
          <p:nvPr/>
        </p:nvSpPr>
        <p:spPr>
          <a:xfrm>
            <a:off x="812810" y="5125486"/>
            <a:ext cx="10566441" cy="563819"/>
          </a:xfrm>
          <a:prstGeom prst="roundRect">
            <a:avLst>
              <a:gd name="adj" fmla="val 18018"/>
            </a:avLst>
          </a:prstGeom>
          <a:solidFill>
            <a:srgbClr val="FFFDF9"/>
          </a:solidFill>
          <a:ln w="12700">
            <a:solidFill>
              <a:srgbClr val="E6DFD0"/>
            </a:solidFill>
            <a:prstDash val="solid"/>
          </a:ln>
        </p:spPr>
      </p:sp>
      <p:sp>
        <p:nvSpPr>
          <p:cNvPr id="25" name="Text 23"/>
          <p:cNvSpPr txBox="1"/>
          <p:nvPr/>
        </p:nvSpPr>
        <p:spPr>
          <a:xfrm>
            <a:off x="1028700" y="5244816"/>
            <a:ext cx="10375422" cy="304770"/>
          </a:xfrm>
          <a:prstGeom prst="rect">
            <a:avLst/>
          </a:prstGeom>
          <a:noFill/>
          <a:ln/>
        </p:spPr>
        <p:txBody>
          <a:bodyPr wrap="square" lIns="0" tIns="0" rIns="0" bIns="0" rtlCol="0" anchor="t"/>
          <a:lstStyle/>
          <a:p>
            <a:pPr algn="l" indent="0" marL="0">
              <a:lnSpc>
                <a:spcPts val="2240"/>
              </a:lnSpc>
              <a:buNone/>
            </a:pPr>
            <a:r>
              <a:rPr lang="en-US" sz="1600" b="1" dirty="0">
                <a:solidFill>
                  <a:srgbClr val="3F4A5C"/>
                </a:solidFill>
                <a:latin typeface="Arial" pitchFamily="34" charset="0"/>
                <a:ea typeface="Arial" pitchFamily="34" charset="-122"/>
                <a:cs typeface="Arial" pitchFamily="34" charset="-120"/>
              </a:rPr>
              <a:t>Tip:</a:t>
            </a:r>
            <a:pPr algn="l" indent="0" marL="0">
              <a:lnSpc>
                <a:spcPts val="2240"/>
              </a:lnSpc>
              <a:buNone/>
            </a:pPr>
            <a:r>
              <a:rPr lang="en-US" sz="1600" dirty="0">
                <a:solidFill>
                  <a:srgbClr val="3F4A5C"/>
                </a:solidFill>
                <a:latin typeface="Arial" pitchFamily="34" charset="0"/>
                <a:ea typeface="Arial" pitchFamily="34" charset="-122"/>
                <a:cs typeface="Arial" pitchFamily="34" charset="-120"/>
              </a:rPr>
              <a:t> the article looks only at the very next word. </a:t>
            </a:r>
            <a:pPr algn="l" indent="0" marL="0">
              <a:lnSpc>
                <a:spcPts val="2240"/>
              </a:lnSpc>
              <a:buNone/>
            </a:pPr>
            <a:r>
              <a:rPr lang="en-US" sz="1600" b="1" dirty="0">
                <a:solidFill>
                  <a:srgbClr val="2A5BC4"/>
                </a:solidFill>
                <a:latin typeface="Arial" pitchFamily="34" charset="0"/>
                <a:ea typeface="Arial" pitchFamily="34" charset="-122"/>
                <a:cs typeface="Arial" pitchFamily="34" charset="-120"/>
              </a:rPr>
              <a:t>an</a:t>
            </a:r>
            <a:pPr algn="l" indent="0" marL="0">
              <a:lnSpc>
                <a:spcPts val="2240"/>
              </a:lnSpc>
              <a:buNone/>
            </a:pPr>
            <a:r>
              <a:rPr lang="en-US" sz="1600" dirty="0">
                <a:solidFill>
                  <a:srgbClr val="3F4A5C"/>
                </a:solidFill>
                <a:latin typeface="Arial" pitchFamily="34" charset="0"/>
                <a:ea typeface="Arial" pitchFamily="34" charset="-122"/>
                <a:cs typeface="Arial" pitchFamily="34" charset="-120"/>
              </a:rPr>
              <a:t> apple → </a:t>
            </a:r>
            <a:pPr algn="l" indent="0" marL="0">
              <a:lnSpc>
                <a:spcPts val="2240"/>
              </a:lnSpc>
              <a:buNone/>
            </a:pPr>
            <a:r>
              <a:rPr lang="en-US" sz="1600" b="1" dirty="0">
                <a:solidFill>
                  <a:srgbClr val="2A5BC4"/>
                </a:solidFill>
                <a:latin typeface="Arial" pitchFamily="34" charset="0"/>
                <a:ea typeface="Arial" pitchFamily="34" charset="-122"/>
                <a:cs typeface="Arial" pitchFamily="34" charset="-120"/>
              </a:rPr>
              <a:t>a</a:t>
            </a:r>
            <a:pPr algn="l" indent="0" marL="0">
              <a:lnSpc>
                <a:spcPts val="2240"/>
              </a:lnSpc>
              <a:buNone/>
            </a:pPr>
            <a:r>
              <a:rPr lang="en-US" sz="1600" dirty="0">
                <a:solidFill>
                  <a:srgbClr val="3F4A5C"/>
                </a:solidFill>
                <a:latin typeface="Arial" pitchFamily="34" charset="0"/>
                <a:ea typeface="Arial" pitchFamily="34" charset="-122"/>
                <a:cs typeface="Arial" pitchFamily="34" charset="-120"/>
              </a:rPr>
              <a:t> red apple · </a:t>
            </a:r>
            <a:pPr algn="l" indent="0" marL="0">
              <a:lnSpc>
                <a:spcPts val="2240"/>
              </a:lnSpc>
              <a:buNone/>
            </a:pPr>
            <a:r>
              <a:rPr lang="en-US" sz="1600" b="1" dirty="0">
                <a:solidFill>
                  <a:srgbClr val="2A5BC4"/>
                </a:solidFill>
                <a:latin typeface="Arial" pitchFamily="34" charset="0"/>
                <a:ea typeface="Arial" pitchFamily="34" charset="-122"/>
                <a:cs typeface="Arial" pitchFamily="34" charset="-120"/>
              </a:rPr>
              <a:t>a</a:t>
            </a:r>
            <a:pPr algn="l" indent="0" marL="0">
              <a:lnSpc>
                <a:spcPts val="2240"/>
              </a:lnSpc>
              <a:buNone/>
            </a:pPr>
            <a:r>
              <a:rPr lang="en-US" sz="1600" dirty="0">
                <a:solidFill>
                  <a:srgbClr val="3F4A5C"/>
                </a:solidFill>
                <a:latin typeface="Arial" pitchFamily="34" charset="0"/>
                <a:ea typeface="Arial" pitchFamily="34" charset="-122"/>
                <a:cs typeface="Arial" pitchFamily="34" charset="-120"/>
              </a:rPr>
              <a:t> car → </a:t>
            </a:r>
            <a:pPr algn="l" indent="0" marL="0">
              <a:lnSpc>
                <a:spcPts val="2240"/>
              </a:lnSpc>
              <a:buNone/>
            </a:pPr>
            <a:r>
              <a:rPr lang="en-US" sz="1600" b="1" dirty="0">
                <a:solidFill>
                  <a:srgbClr val="2A5BC4"/>
                </a:solidFill>
                <a:latin typeface="Arial" pitchFamily="34" charset="0"/>
                <a:ea typeface="Arial" pitchFamily="34" charset="-122"/>
                <a:cs typeface="Arial" pitchFamily="34" charset="-120"/>
              </a:rPr>
              <a:t>an</a:t>
            </a:r>
            <a:pPr algn="l" indent="0" marL="0">
              <a:lnSpc>
                <a:spcPts val="2240"/>
              </a:lnSpc>
              <a:buNone/>
            </a:pPr>
            <a:r>
              <a:rPr lang="en-US" sz="1600" dirty="0">
                <a:solidFill>
                  <a:srgbClr val="3F4A5C"/>
                </a:solidFill>
                <a:latin typeface="Arial" pitchFamily="34" charset="0"/>
                <a:ea typeface="Arial" pitchFamily="34" charset="-122"/>
                <a:cs typeface="Arial" pitchFamily="34" charset="-120"/>
              </a:rPr>
              <a:t> old car</a:t>
            </a:r>
            <a:endParaRPr lang="en-US" sz="1600" dirty="0"/>
          </a:p>
        </p:txBody>
      </p:sp>
      <p:sp>
        <p:nvSpPr>
          <p:cNvPr id="26" name="Text 24"/>
          <p:cNvSpPr txBox="1"/>
          <p:nvPr/>
        </p:nvSpPr>
        <p:spPr>
          <a:xfrm>
            <a:off x="812810" y="6223041"/>
            <a:ext cx="7810530" cy="228600"/>
          </a:xfrm>
          <a:prstGeom prst="rect">
            <a:avLst/>
          </a:prstGeom>
          <a:noFill/>
          <a:ln/>
        </p:spPr>
        <p:txBody>
          <a:bodyPr wrap="square" lIns="0" tIns="0" rIns="0" bIns="0" rtlCol="0" anchor="t"/>
          <a:lstStyle/>
          <a:p>
            <a:pPr algn="l" indent="0" marL="0">
              <a:lnSpc>
                <a:spcPts val="1680"/>
              </a:lnSpc>
              <a:buNone/>
            </a:pPr>
            <a:r>
              <a:rPr lang="en-US" sz="1200" dirty="0">
                <a:solidFill>
                  <a:srgbClr val="636B78"/>
                </a:solidFill>
                <a:latin typeface="Arial" pitchFamily="34" charset="0"/>
                <a:ea typeface="Arial" pitchFamily="34" charset="-122"/>
                <a:cs typeface="Arial" pitchFamily="34" charset="-120"/>
              </a:rPr>
              <a:t>English Articles · A, An &amp; The</a:t>
            </a:r>
            <a:endParaRPr lang="en-US" sz="1200" dirty="0"/>
          </a:p>
        </p:txBody>
      </p:sp>
      <p:sp>
        <p:nvSpPr>
          <p:cNvPr id="27" name="Text 25"/>
          <p:cNvSpPr txBox="1"/>
          <p:nvPr/>
        </p:nvSpPr>
        <p:spPr>
          <a:xfrm>
            <a:off x="10045690" y="6223041"/>
            <a:ext cx="1333470" cy="228600"/>
          </a:xfrm>
          <a:prstGeom prst="rect">
            <a:avLst/>
          </a:prstGeom>
          <a:noFill/>
          <a:ln/>
        </p:spPr>
        <p:txBody>
          <a:bodyPr wrap="square" lIns="0" tIns="0" rIns="0" bIns="0" rtlCol="0" anchor="t"/>
          <a:lstStyle/>
          <a:p>
            <a:pPr algn="r" indent="0" marL="0">
              <a:lnSpc>
                <a:spcPts val="1680"/>
              </a:lnSpc>
              <a:buNone/>
            </a:pPr>
            <a:r>
              <a:rPr lang="en-US" sz="1200" dirty="0">
                <a:solidFill>
                  <a:srgbClr val="636B78"/>
                </a:solidFill>
                <a:latin typeface="Arial" pitchFamily="34" charset="0"/>
                <a:ea typeface="Arial" pitchFamily="34" charset="-122"/>
                <a:cs typeface="Arial" pitchFamily="34" charset="-120"/>
              </a:rPr>
              <a:t>06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7F0"/>
        </a:solidFill>
      </p:bgPr>
    </p:bg>
    <p:spTree>
      <p:nvGrpSpPr>
        <p:cNvPr id="1" name=""/>
        <p:cNvGrpSpPr/>
        <p:nvPr/>
      </p:nvGrpSpPr>
      <p:grpSpPr>
        <a:xfrm>
          <a:off x="0" y="0"/>
          <a:ext cx="0" cy="0"/>
          <a:chOff x="0" y="0"/>
          <a:chExt cx="0" cy="0"/>
        </a:xfrm>
      </p:grpSpPr>
      <p:sp>
        <p:nvSpPr>
          <p:cNvPr id="2" name="Text 0"/>
          <p:cNvSpPr txBox="1"/>
          <p:nvPr/>
        </p:nvSpPr>
        <p:spPr>
          <a:xfrm>
            <a:off x="812810" y="797540"/>
            <a:ext cx="10815798" cy="228600"/>
          </a:xfrm>
          <a:prstGeom prst="rect">
            <a:avLst/>
          </a:prstGeom>
          <a:noFill/>
          <a:ln/>
        </p:spPr>
        <p:txBody>
          <a:bodyPr wrap="square" lIns="0" tIns="0" rIns="0" bIns="0" rtlCol="0" anchor="t"/>
          <a:lstStyle/>
          <a:p>
            <a:pPr algn="l" indent="0" marL="0">
              <a:lnSpc>
                <a:spcPts val="1680"/>
              </a:lnSpc>
              <a:buNone/>
            </a:pPr>
            <a:r>
              <a:rPr lang="en-US" sz="1200" b="1" spc="150" kern="0" dirty="0">
                <a:solidFill>
                  <a:srgbClr val="636B78"/>
                </a:solidFill>
                <a:latin typeface="Arial" pitchFamily="34" charset="0"/>
                <a:ea typeface="Arial" pitchFamily="34" charset="-122"/>
                <a:cs typeface="Arial" pitchFamily="34" charset="-120"/>
              </a:rPr>
              <a:t>02 · A OR AN?</a:t>
            </a:r>
            <a:endParaRPr lang="en-US" sz="1200" dirty="0"/>
          </a:p>
        </p:txBody>
      </p:sp>
      <p:sp>
        <p:nvSpPr>
          <p:cNvPr id="3" name="Text 1"/>
          <p:cNvSpPr txBox="1"/>
          <p:nvPr/>
        </p:nvSpPr>
        <p:spPr>
          <a:xfrm>
            <a:off x="812810" y="1102309"/>
            <a:ext cx="10815798" cy="446959"/>
          </a:xfrm>
          <a:prstGeom prst="rect">
            <a:avLst/>
          </a:prstGeom>
          <a:noFill/>
          <a:ln/>
        </p:spPr>
        <p:txBody>
          <a:bodyPr wrap="square" lIns="0" tIns="0" rIns="0" bIns="0" rtlCol="0" anchor="t"/>
          <a:lstStyle/>
          <a:p>
            <a:pPr algn="l" indent="0" marL="0">
              <a:lnSpc>
                <a:spcPts val="3520"/>
              </a:lnSpc>
              <a:buNone/>
            </a:pPr>
            <a:r>
              <a:rPr lang="en-US" sz="3200" b="1" dirty="0">
                <a:solidFill>
                  <a:srgbClr val="15233F"/>
                </a:solidFill>
                <a:latin typeface="Arial" pitchFamily="34" charset="0"/>
                <a:ea typeface="Arial" pitchFamily="34" charset="-122"/>
                <a:cs typeface="Arial" pitchFamily="34" charset="-120"/>
              </a:rPr>
              <a:t>Tricky words: the letter can fool you</a:t>
            </a:r>
            <a:endParaRPr lang="en-US" sz="3200" dirty="0"/>
          </a:p>
        </p:txBody>
      </p:sp>
      <p:sp>
        <p:nvSpPr>
          <p:cNvPr id="4" name="Shape 2"/>
          <p:cNvSpPr/>
          <p:nvPr/>
        </p:nvSpPr>
        <p:spPr>
          <a:xfrm>
            <a:off x="812810" y="1803288"/>
            <a:ext cx="5156210" cy="3042849"/>
          </a:xfrm>
          <a:prstGeom prst="roundRect">
            <a:avLst>
              <a:gd name="adj" fmla="val 4174"/>
            </a:avLst>
          </a:prstGeom>
          <a:solidFill>
            <a:srgbClr val="FFFDF9"/>
          </a:solidFill>
          <a:ln w="12700">
            <a:solidFill>
              <a:srgbClr val="E6DFD0"/>
            </a:solidFill>
            <a:prstDash val="solid"/>
          </a:ln>
        </p:spPr>
      </p:sp>
      <p:sp>
        <p:nvSpPr>
          <p:cNvPr id="5" name="Text 3"/>
          <p:cNvSpPr txBox="1"/>
          <p:nvPr/>
        </p:nvSpPr>
        <p:spPr>
          <a:xfrm>
            <a:off x="1079541" y="2054748"/>
            <a:ext cx="4753326" cy="228600"/>
          </a:xfrm>
          <a:prstGeom prst="rect">
            <a:avLst/>
          </a:prstGeom>
          <a:noFill/>
          <a:ln/>
        </p:spPr>
        <p:txBody>
          <a:bodyPr wrap="square" lIns="0" tIns="0" rIns="0" bIns="0" rtlCol="0" anchor="t"/>
          <a:lstStyle/>
          <a:p>
            <a:pPr algn="l" indent="0" marL="0">
              <a:lnSpc>
                <a:spcPts val="1680"/>
              </a:lnSpc>
              <a:buNone/>
            </a:pPr>
            <a:r>
              <a:rPr lang="en-US" sz="1200" b="1" spc="100" kern="0" dirty="0">
                <a:solidFill>
                  <a:srgbClr val="2A5BC4"/>
                </a:solidFill>
                <a:latin typeface="Arial" pitchFamily="34" charset="0"/>
                <a:ea typeface="Arial" pitchFamily="34" charset="-122"/>
                <a:cs typeface="Arial" pitchFamily="34" charset="-120"/>
              </a:rPr>
              <a:t>USE A</a:t>
            </a:r>
            <a:endParaRPr lang="en-US" sz="1200" dirty="0"/>
          </a:p>
        </p:txBody>
      </p:sp>
      <p:sp>
        <p:nvSpPr>
          <p:cNvPr id="6" name="Text 4"/>
          <p:cNvSpPr txBox="1"/>
          <p:nvPr/>
        </p:nvSpPr>
        <p:spPr>
          <a:xfrm>
            <a:off x="1079541" y="2400117"/>
            <a:ext cx="4753326" cy="274320"/>
          </a:xfrm>
          <a:prstGeom prst="rect">
            <a:avLst/>
          </a:prstGeom>
          <a:noFill/>
          <a:ln/>
        </p:spPr>
        <p:txBody>
          <a:bodyPr wrap="square" lIns="0" tIns="0" rIns="0" bIns="0" rtlCol="0" anchor="t"/>
          <a:lstStyle/>
          <a:p>
            <a:pPr algn="l" indent="0" marL="0">
              <a:lnSpc>
                <a:spcPts val="2080"/>
              </a:lnSpc>
              <a:buNone/>
            </a:pPr>
            <a:r>
              <a:rPr lang="en-US" sz="1600" b="1" dirty="0">
                <a:solidFill>
                  <a:srgbClr val="15233F"/>
                </a:solidFill>
                <a:latin typeface="Arial" pitchFamily="34" charset="0"/>
                <a:ea typeface="Arial" pitchFamily="34" charset="-122"/>
                <a:cs typeface="Arial" pitchFamily="34" charset="-120"/>
              </a:rPr>
              <a:t>Vowel letter, but a consonant sound</a:t>
            </a:r>
            <a:endParaRPr lang="en-US" sz="1600" dirty="0"/>
          </a:p>
        </p:txBody>
      </p:sp>
      <p:sp>
        <p:nvSpPr>
          <p:cNvPr id="7" name="Text 5"/>
          <p:cNvSpPr txBox="1"/>
          <p:nvPr/>
        </p:nvSpPr>
        <p:spPr>
          <a:xfrm>
            <a:off x="1079541" y="2864907"/>
            <a:ext cx="1348466" cy="342900"/>
          </a:xfrm>
          <a:prstGeom prst="rect">
            <a:avLst/>
          </a:prstGeom>
          <a:noFill/>
          <a:ln/>
        </p:spPr>
        <p:txBody>
          <a:bodyPr wrap="square" lIns="0" tIns="0" rIns="0" bIns="0" rtlCol="0" anchor="t"/>
          <a:lstStyle/>
          <a:p>
            <a:pPr algn="l" indent="0" marL="0">
              <a:lnSpc>
                <a:spcPts val="2600"/>
              </a:lnSpc>
              <a:buNone/>
            </a:pPr>
            <a:r>
              <a:rPr lang="en-US" sz="2000" b="1" dirty="0">
                <a:solidFill>
                  <a:srgbClr val="2A5BC4"/>
                </a:solidFill>
                <a:latin typeface="Arial" pitchFamily="34" charset="0"/>
                <a:ea typeface="Arial" pitchFamily="34" charset="-122"/>
                <a:cs typeface="Arial" pitchFamily="34" charset="-120"/>
              </a:rPr>
              <a:t>a</a:t>
            </a:r>
            <a:pPr algn="l" indent="0" marL="0">
              <a:lnSpc>
                <a:spcPts val="2600"/>
              </a:lnSpc>
              <a:buNone/>
            </a:pPr>
            <a:r>
              <a:rPr lang="en-US" sz="2000" dirty="0">
                <a:solidFill>
                  <a:srgbClr val="15233F"/>
                </a:solidFill>
                <a:latin typeface="Arial" pitchFamily="34" charset="0"/>
                <a:ea typeface="Arial" pitchFamily="34" charset="-122"/>
                <a:cs typeface="Arial" pitchFamily="34" charset="-120"/>
              </a:rPr>
              <a:t> university</a:t>
            </a:r>
            <a:endParaRPr lang="en-US" sz="2000" dirty="0"/>
          </a:p>
        </p:txBody>
      </p:sp>
      <p:sp>
        <p:nvSpPr>
          <p:cNvPr id="8" name="Text 6"/>
          <p:cNvSpPr txBox="1"/>
          <p:nvPr/>
        </p:nvSpPr>
        <p:spPr>
          <a:xfrm>
            <a:off x="4629241" y="2895448"/>
            <a:ext cx="1132576" cy="304770"/>
          </a:xfrm>
          <a:prstGeom prst="rect">
            <a:avLst/>
          </a:prstGeom>
          <a:noFill/>
          <a:ln/>
        </p:spPr>
        <p:txBody>
          <a:bodyPr wrap="square" lIns="0" tIns="0" rIns="0" bIns="0" rtlCol="0" anchor="t"/>
          <a:lstStyle/>
          <a:p>
            <a:pPr algn="l" indent="0" marL="0">
              <a:lnSpc>
                <a:spcPts val="2240"/>
              </a:lnSpc>
              <a:buNone/>
            </a:pPr>
            <a:r>
              <a:rPr lang="en-US" sz="1600" dirty="0">
                <a:solidFill>
                  <a:srgbClr val="5E6675"/>
                </a:solidFill>
                <a:latin typeface="Arial" pitchFamily="34" charset="0"/>
                <a:ea typeface="Arial" pitchFamily="34" charset="-122"/>
                <a:cs typeface="Arial" pitchFamily="34" charset="-120"/>
              </a:rPr>
              <a:t>“you” sound</a:t>
            </a:r>
            <a:endParaRPr lang="en-US" sz="1600" dirty="0"/>
          </a:p>
        </p:txBody>
      </p:sp>
      <p:sp>
        <p:nvSpPr>
          <p:cNvPr id="9" name="Text 7"/>
          <p:cNvSpPr txBox="1"/>
          <p:nvPr/>
        </p:nvSpPr>
        <p:spPr>
          <a:xfrm>
            <a:off x="1079541" y="3322107"/>
            <a:ext cx="1377818" cy="342900"/>
          </a:xfrm>
          <a:prstGeom prst="rect">
            <a:avLst/>
          </a:prstGeom>
          <a:noFill/>
          <a:ln/>
        </p:spPr>
        <p:txBody>
          <a:bodyPr wrap="square" lIns="0" tIns="0" rIns="0" bIns="0" rtlCol="0" anchor="t"/>
          <a:lstStyle/>
          <a:p>
            <a:pPr algn="l" indent="0" marL="0">
              <a:lnSpc>
                <a:spcPts val="2600"/>
              </a:lnSpc>
              <a:buNone/>
            </a:pPr>
            <a:r>
              <a:rPr lang="en-US" sz="2000" b="1" dirty="0">
                <a:solidFill>
                  <a:srgbClr val="2A5BC4"/>
                </a:solidFill>
                <a:latin typeface="Arial" pitchFamily="34" charset="0"/>
                <a:ea typeface="Arial" pitchFamily="34" charset="-122"/>
                <a:cs typeface="Arial" pitchFamily="34" charset="-120"/>
              </a:rPr>
              <a:t>a</a:t>
            </a:r>
            <a:pPr algn="l" indent="0" marL="0">
              <a:lnSpc>
                <a:spcPts val="2600"/>
              </a:lnSpc>
              <a:buNone/>
            </a:pPr>
            <a:r>
              <a:rPr lang="en-US" sz="2000" dirty="0">
                <a:solidFill>
                  <a:srgbClr val="15233F"/>
                </a:solidFill>
                <a:latin typeface="Arial" pitchFamily="34" charset="0"/>
                <a:ea typeface="Arial" pitchFamily="34" charset="-122"/>
                <a:cs typeface="Arial" pitchFamily="34" charset="-120"/>
              </a:rPr>
              <a:t> European</a:t>
            </a:r>
            <a:endParaRPr lang="en-US" sz="2000" dirty="0"/>
          </a:p>
        </p:txBody>
      </p:sp>
      <p:sp>
        <p:nvSpPr>
          <p:cNvPr id="10" name="Text 8"/>
          <p:cNvSpPr txBox="1"/>
          <p:nvPr/>
        </p:nvSpPr>
        <p:spPr>
          <a:xfrm>
            <a:off x="4629241" y="3352648"/>
            <a:ext cx="1132576" cy="304770"/>
          </a:xfrm>
          <a:prstGeom prst="rect">
            <a:avLst/>
          </a:prstGeom>
          <a:noFill/>
          <a:ln/>
        </p:spPr>
        <p:txBody>
          <a:bodyPr wrap="square" lIns="0" tIns="0" rIns="0" bIns="0" rtlCol="0" anchor="t"/>
          <a:lstStyle/>
          <a:p>
            <a:pPr algn="l" indent="0" marL="0">
              <a:lnSpc>
                <a:spcPts val="2240"/>
              </a:lnSpc>
              <a:buNone/>
            </a:pPr>
            <a:r>
              <a:rPr lang="en-US" sz="1600" dirty="0">
                <a:solidFill>
                  <a:srgbClr val="5E6675"/>
                </a:solidFill>
                <a:latin typeface="Arial" pitchFamily="34" charset="0"/>
                <a:ea typeface="Arial" pitchFamily="34" charset="-122"/>
                <a:cs typeface="Arial" pitchFamily="34" charset="-120"/>
              </a:rPr>
              <a:t>“you” sound</a:t>
            </a:r>
            <a:endParaRPr lang="en-US" sz="1600" dirty="0"/>
          </a:p>
        </p:txBody>
      </p:sp>
      <p:sp>
        <p:nvSpPr>
          <p:cNvPr id="11" name="Text 9"/>
          <p:cNvSpPr txBox="1"/>
          <p:nvPr/>
        </p:nvSpPr>
        <p:spPr>
          <a:xfrm>
            <a:off x="1079541" y="3779307"/>
            <a:ext cx="1118128" cy="342900"/>
          </a:xfrm>
          <a:prstGeom prst="rect">
            <a:avLst/>
          </a:prstGeom>
          <a:noFill/>
          <a:ln/>
        </p:spPr>
        <p:txBody>
          <a:bodyPr wrap="square" lIns="0" tIns="0" rIns="0" bIns="0" rtlCol="0" anchor="t"/>
          <a:lstStyle/>
          <a:p>
            <a:pPr algn="l" indent="0" marL="0">
              <a:lnSpc>
                <a:spcPts val="2600"/>
              </a:lnSpc>
              <a:buNone/>
            </a:pPr>
            <a:r>
              <a:rPr lang="en-US" sz="2000" b="1" dirty="0">
                <a:solidFill>
                  <a:srgbClr val="2A5BC4"/>
                </a:solidFill>
                <a:latin typeface="Arial" pitchFamily="34" charset="0"/>
                <a:ea typeface="Arial" pitchFamily="34" charset="-122"/>
                <a:cs typeface="Arial" pitchFamily="34" charset="-120"/>
              </a:rPr>
              <a:t>a</a:t>
            </a:r>
            <a:pPr algn="l" indent="0" marL="0">
              <a:lnSpc>
                <a:spcPts val="2600"/>
              </a:lnSpc>
              <a:buNone/>
            </a:pPr>
            <a:r>
              <a:rPr lang="en-US" sz="2000" dirty="0">
                <a:solidFill>
                  <a:srgbClr val="15233F"/>
                </a:solidFill>
                <a:latin typeface="Arial" pitchFamily="34" charset="0"/>
                <a:ea typeface="Arial" pitchFamily="34" charset="-122"/>
                <a:cs typeface="Arial" pitchFamily="34" charset="-120"/>
              </a:rPr>
              <a:t> uniform</a:t>
            </a:r>
            <a:endParaRPr lang="en-US" sz="2000" dirty="0"/>
          </a:p>
        </p:txBody>
      </p:sp>
      <p:sp>
        <p:nvSpPr>
          <p:cNvPr id="12" name="Text 10"/>
          <p:cNvSpPr txBox="1"/>
          <p:nvPr/>
        </p:nvSpPr>
        <p:spPr>
          <a:xfrm>
            <a:off x="4629241" y="3809848"/>
            <a:ext cx="1132576" cy="304770"/>
          </a:xfrm>
          <a:prstGeom prst="rect">
            <a:avLst/>
          </a:prstGeom>
          <a:noFill/>
          <a:ln/>
        </p:spPr>
        <p:txBody>
          <a:bodyPr wrap="square" lIns="0" tIns="0" rIns="0" bIns="0" rtlCol="0" anchor="t"/>
          <a:lstStyle/>
          <a:p>
            <a:pPr algn="l" indent="0" marL="0">
              <a:lnSpc>
                <a:spcPts val="2240"/>
              </a:lnSpc>
              <a:buNone/>
            </a:pPr>
            <a:r>
              <a:rPr lang="en-US" sz="1600" dirty="0">
                <a:solidFill>
                  <a:srgbClr val="5E6675"/>
                </a:solidFill>
                <a:latin typeface="Arial" pitchFamily="34" charset="0"/>
                <a:ea typeface="Arial" pitchFamily="34" charset="-122"/>
                <a:cs typeface="Arial" pitchFamily="34" charset="-120"/>
              </a:rPr>
              <a:t>“you” sound</a:t>
            </a:r>
            <a:endParaRPr lang="en-US" sz="1600" dirty="0"/>
          </a:p>
        </p:txBody>
      </p:sp>
      <p:sp>
        <p:nvSpPr>
          <p:cNvPr id="13" name="Text 11"/>
          <p:cNvSpPr txBox="1"/>
          <p:nvPr/>
        </p:nvSpPr>
        <p:spPr>
          <a:xfrm>
            <a:off x="1079541" y="4236507"/>
            <a:ext cx="1622328" cy="342900"/>
          </a:xfrm>
          <a:prstGeom prst="rect">
            <a:avLst/>
          </a:prstGeom>
          <a:noFill/>
          <a:ln/>
        </p:spPr>
        <p:txBody>
          <a:bodyPr wrap="square" lIns="0" tIns="0" rIns="0" bIns="0" rtlCol="0" anchor="t"/>
          <a:lstStyle/>
          <a:p>
            <a:pPr algn="l" indent="0" marL="0">
              <a:lnSpc>
                <a:spcPts val="2600"/>
              </a:lnSpc>
              <a:buNone/>
            </a:pPr>
            <a:r>
              <a:rPr lang="en-US" sz="2000" b="1" dirty="0">
                <a:solidFill>
                  <a:srgbClr val="2A5BC4"/>
                </a:solidFill>
                <a:latin typeface="Arial" pitchFamily="34" charset="0"/>
                <a:ea typeface="Arial" pitchFamily="34" charset="-122"/>
                <a:cs typeface="Arial" pitchFamily="34" charset="-120"/>
              </a:rPr>
              <a:t>a</a:t>
            </a:r>
            <a:pPr algn="l" indent="0" marL="0">
              <a:lnSpc>
                <a:spcPts val="2600"/>
              </a:lnSpc>
              <a:buNone/>
            </a:pPr>
            <a:r>
              <a:rPr lang="en-US" sz="2000" dirty="0">
                <a:solidFill>
                  <a:srgbClr val="15233F"/>
                </a:solidFill>
                <a:latin typeface="Arial" pitchFamily="34" charset="0"/>
                <a:ea typeface="Arial" pitchFamily="34" charset="-122"/>
                <a:cs typeface="Arial" pitchFamily="34" charset="-120"/>
              </a:rPr>
              <a:t> one-day trip</a:t>
            </a:r>
            <a:endParaRPr lang="en-US" sz="2000" dirty="0"/>
          </a:p>
        </p:txBody>
      </p:sp>
      <p:sp>
        <p:nvSpPr>
          <p:cNvPr id="14" name="Text 12"/>
          <p:cNvSpPr txBox="1"/>
          <p:nvPr/>
        </p:nvSpPr>
        <p:spPr>
          <a:xfrm>
            <a:off x="4810110" y="4267048"/>
            <a:ext cx="948141" cy="304770"/>
          </a:xfrm>
          <a:prstGeom prst="rect">
            <a:avLst/>
          </a:prstGeom>
          <a:noFill/>
          <a:ln/>
        </p:spPr>
        <p:txBody>
          <a:bodyPr wrap="square" lIns="0" tIns="0" rIns="0" bIns="0" rtlCol="0" anchor="t"/>
          <a:lstStyle/>
          <a:p>
            <a:pPr algn="l" indent="0" marL="0">
              <a:lnSpc>
                <a:spcPts val="2240"/>
              </a:lnSpc>
              <a:buNone/>
            </a:pPr>
            <a:r>
              <a:rPr lang="en-US" sz="1600" dirty="0">
                <a:solidFill>
                  <a:srgbClr val="5E6675"/>
                </a:solidFill>
                <a:latin typeface="Arial" pitchFamily="34" charset="0"/>
                <a:ea typeface="Arial" pitchFamily="34" charset="-122"/>
                <a:cs typeface="Arial" pitchFamily="34" charset="-120"/>
              </a:rPr>
              <a:t>“w” sound</a:t>
            </a:r>
            <a:endParaRPr lang="en-US" sz="1600" dirty="0"/>
          </a:p>
        </p:txBody>
      </p:sp>
      <p:sp>
        <p:nvSpPr>
          <p:cNvPr id="15" name="Shape 13"/>
          <p:cNvSpPr/>
          <p:nvPr/>
        </p:nvSpPr>
        <p:spPr>
          <a:xfrm>
            <a:off x="6223041" y="1803288"/>
            <a:ext cx="5156210" cy="3042849"/>
          </a:xfrm>
          <a:prstGeom prst="roundRect">
            <a:avLst>
              <a:gd name="adj" fmla="val 4174"/>
            </a:avLst>
          </a:prstGeom>
          <a:solidFill>
            <a:srgbClr val="FFFDF9"/>
          </a:solidFill>
          <a:ln w="12700">
            <a:solidFill>
              <a:srgbClr val="E6DFD0"/>
            </a:solidFill>
            <a:prstDash val="solid"/>
          </a:ln>
        </p:spPr>
      </p:sp>
      <p:sp>
        <p:nvSpPr>
          <p:cNvPr id="16" name="Text 14"/>
          <p:cNvSpPr txBox="1"/>
          <p:nvPr/>
        </p:nvSpPr>
        <p:spPr>
          <a:xfrm>
            <a:off x="6489680" y="2054748"/>
            <a:ext cx="4753326" cy="228600"/>
          </a:xfrm>
          <a:prstGeom prst="rect">
            <a:avLst/>
          </a:prstGeom>
          <a:noFill/>
          <a:ln/>
        </p:spPr>
        <p:txBody>
          <a:bodyPr wrap="square" lIns="0" tIns="0" rIns="0" bIns="0" rtlCol="0" anchor="t"/>
          <a:lstStyle/>
          <a:p>
            <a:pPr algn="l" indent="0" marL="0">
              <a:lnSpc>
                <a:spcPts val="1680"/>
              </a:lnSpc>
              <a:buNone/>
            </a:pPr>
            <a:r>
              <a:rPr lang="en-US" sz="1200" b="1" spc="100" kern="0" dirty="0">
                <a:solidFill>
                  <a:srgbClr val="2A5BC4"/>
                </a:solidFill>
                <a:latin typeface="Arial" pitchFamily="34" charset="0"/>
                <a:ea typeface="Arial" pitchFamily="34" charset="-122"/>
                <a:cs typeface="Arial" pitchFamily="34" charset="-120"/>
              </a:rPr>
              <a:t>USE AN</a:t>
            </a:r>
            <a:endParaRPr lang="en-US" sz="1200" dirty="0"/>
          </a:p>
        </p:txBody>
      </p:sp>
      <p:sp>
        <p:nvSpPr>
          <p:cNvPr id="17" name="Text 15"/>
          <p:cNvSpPr txBox="1"/>
          <p:nvPr/>
        </p:nvSpPr>
        <p:spPr>
          <a:xfrm>
            <a:off x="6489680" y="2400117"/>
            <a:ext cx="4753326" cy="274320"/>
          </a:xfrm>
          <a:prstGeom prst="rect">
            <a:avLst/>
          </a:prstGeom>
          <a:noFill/>
          <a:ln/>
        </p:spPr>
        <p:txBody>
          <a:bodyPr wrap="square" lIns="0" tIns="0" rIns="0" bIns="0" rtlCol="0" anchor="t"/>
          <a:lstStyle/>
          <a:p>
            <a:pPr algn="l" indent="0" marL="0">
              <a:lnSpc>
                <a:spcPts val="2080"/>
              </a:lnSpc>
              <a:buNone/>
            </a:pPr>
            <a:r>
              <a:rPr lang="en-US" sz="1600" b="1" dirty="0">
                <a:solidFill>
                  <a:srgbClr val="15233F"/>
                </a:solidFill>
                <a:latin typeface="Arial" pitchFamily="34" charset="0"/>
                <a:ea typeface="Arial" pitchFamily="34" charset="-122"/>
                <a:cs typeface="Arial" pitchFamily="34" charset="-120"/>
              </a:rPr>
              <a:t>Consonant letter, but a vowel sound</a:t>
            </a:r>
            <a:endParaRPr lang="en-US" sz="1600" dirty="0"/>
          </a:p>
        </p:txBody>
      </p:sp>
      <p:sp>
        <p:nvSpPr>
          <p:cNvPr id="18" name="Text 16"/>
          <p:cNvSpPr txBox="1"/>
          <p:nvPr/>
        </p:nvSpPr>
        <p:spPr>
          <a:xfrm>
            <a:off x="6489680" y="2864907"/>
            <a:ext cx="931042" cy="342900"/>
          </a:xfrm>
          <a:prstGeom prst="rect">
            <a:avLst/>
          </a:prstGeom>
          <a:noFill/>
          <a:ln/>
        </p:spPr>
        <p:txBody>
          <a:bodyPr wrap="square" lIns="0" tIns="0" rIns="0" bIns="0" rtlCol="0" anchor="t"/>
          <a:lstStyle/>
          <a:p>
            <a:pPr algn="l" indent="0" marL="0">
              <a:lnSpc>
                <a:spcPts val="2600"/>
              </a:lnSpc>
              <a:buNone/>
            </a:pPr>
            <a:r>
              <a:rPr lang="en-US" sz="2000" b="1" dirty="0">
                <a:solidFill>
                  <a:srgbClr val="2A5BC4"/>
                </a:solidFill>
                <a:latin typeface="Arial" pitchFamily="34" charset="0"/>
                <a:ea typeface="Arial" pitchFamily="34" charset="-122"/>
                <a:cs typeface="Arial" pitchFamily="34" charset="-120"/>
              </a:rPr>
              <a:t>an</a:t>
            </a:r>
            <a:pPr algn="l" indent="0" marL="0">
              <a:lnSpc>
                <a:spcPts val="2600"/>
              </a:lnSpc>
              <a:buNone/>
            </a:pPr>
            <a:r>
              <a:rPr lang="en-US" sz="2000" dirty="0">
                <a:solidFill>
                  <a:srgbClr val="15233F"/>
                </a:solidFill>
                <a:latin typeface="Arial" pitchFamily="34" charset="0"/>
                <a:ea typeface="Arial" pitchFamily="34" charset="-122"/>
                <a:cs typeface="Arial" pitchFamily="34" charset="-120"/>
              </a:rPr>
              <a:t> hour</a:t>
            </a:r>
            <a:endParaRPr lang="en-US" sz="2000" dirty="0"/>
          </a:p>
        </p:txBody>
      </p:sp>
      <p:sp>
        <p:nvSpPr>
          <p:cNvPr id="19" name="Text 17"/>
          <p:cNvSpPr txBox="1"/>
          <p:nvPr/>
        </p:nvSpPr>
        <p:spPr>
          <a:xfrm>
            <a:off x="10468691" y="2895448"/>
            <a:ext cx="694853" cy="304770"/>
          </a:xfrm>
          <a:prstGeom prst="rect">
            <a:avLst/>
          </a:prstGeom>
          <a:noFill/>
          <a:ln/>
        </p:spPr>
        <p:txBody>
          <a:bodyPr wrap="square" lIns="0" tIns="0" rIns="0" bIns="0" rtlCol="0" anchor="t"/>
          <a:lstStyle/>
          <a:p>
            <a:pPr algn="l" indent="0" marL="0">
              <a:lnSpc>
                <a:spcPts val="2240"/>
              </a:lnSpc>
              <a:buNone/>
            </a:pPr>
            <a:r>
              <a:rPr lang="en-US" sz="1600" dirty="0">
                <a:solidFill>
                  <a:srgbClr val="5E6675"/>
                </a:solidFill>
                <a:latin typeface="Arial" pitchFamily="34" charset="0"/>
                <a:ea typeface="Arial" pitchFamily="34" charset="-122"/>
                <a:cs typeface="Arial" pitchFamily="34" charset="-120"/>
              </a:rPr>
              <a:t>silent h</a:t>
            </a:r>
            <a:endParaRPr lang="en-US" sz="1600" dirty="0"/>
          </a:p>
        </p:txBody>
      </p:sp>
      <p:sp>
        <p:nvSpPr>
          <p:cNvPr id="20" name="Text 18"/>
          <p:cNvSpPr txBox="1"/>
          <p:nvPr/>
        </p:nvSpPr>
        <p:spPr>
          <a:xfrm>
            <a:off x="6489680" y="3322107"/>
            <a:ext cx="1766346" cy="342900"/>
          </a:xfrm>
          <a:prstGeom prst="rect">
            <a:avLst/>
          </a:prstGeom>
          <a:noFill/>
          <a:ln/>
        </p:spPr>
        <p:txBody>
          <a:bodyPr wrap="square" lIns="0" tIns="0" rIns="0" bIns="0" rtlCol="0" anchor="t"/>
          <a:lstStyle/>
          <a:p>
            <a:pPr algn="l" indent="0" marL="0">
              <a:lnSpc>
                <a:spcPts val="2600"/>
              </a:lnSpc>
              <a:buNone/>
            </a:pPr>
            <a:r>
              <a:rPr lang="en-US" sz="2000" b="1" dirty="0">
                <a:solidFill>
                  <a:srgbClr val="2A5BC4"/>
                </a:solidFill>
                <a:latin typeface="Arial" pitchFamily="34" charset="0"/>
                <a:ea typeface="Arial" pitchFamily="34" charset="-122"/>
                <a:cs typeface="Arial" pitchFamily="34" charset="-120"/>
              </a:rPr>
              <a:t>an</a:t>
            </a:r>
            <a:pPr algn="l" indent="0" marL="0">
              <a:lnSpc>
                <a:spcPts val="2600"/>
              </a:lnSpc>
              <a:buNone/>
            </a:pPr>
            <a:r>
              <a:rPr lang="en-US" sz="2000" dirty="0">
                <a:solidFill>
                  <a:srgbClr val="15233F"/>
                </a:solidFill>
                <a:latin typeface="Arial" pitchFamily="34" charset="0"/>
                <a:ea typeface="Arial" pitchFamily="34" charset="-122"/>
                <a:cs typeface="Arial" pitchFamily="34" charset="-120"/>
              </a:rPr>
              <a:t> honest man</a:t>
            </a:r>
            <a:endParaRPr lang="en-US" sz="2000" dirty="0"/>
          </a:p>
        </p:txBody>
      </p:sp>
      <p:sp>
        <p:nvSpPr>
          <p:cNvPr id="21" name="Text 19"/>
          <p:cNvSpPr txBox="1"/>
          <p:nvPr/>
        </p:nvSpPr>
        <p:spPr>
          <a:xfrm>
            <a:off x="10468691" y="3352648"/>
            <a:ext cx="694853" cy="304770"/>
          </a:xfrm>
          <a:prstGeom prst="rect">
            <a:avLst/>
          </a:prstGeom>
          <a:noFill/>
          <a:ln/>
        </p:spPr>
        <p:txBody>
          <a:bodyPr wrap="square" lIns="0" tIns="0" rIns="0" bIns="0" rtlCol="0" anchor="t"/>
          <a:lstStyle/>
          <a:p>
            <a:pPr algn="l" indent="0" marL="0">
              <a:lnSpc>
                <a:spcPts val="2240"/>
              </a:lnSpc>
              <a:buNone/>
            </a:pPr>
            <a:r>
              <a:rPr lang="en-US" sz="1600" dirty="0">
                <a:solidFill>
                  <a:srgbClr val="5E6675"/>
                </a:solidFill>
                <a:latin typeface="Arial" pitchFamily="34" charset="0"/>
                <a:ea typeface="Arial" pitchFamily="34" charset="-122"/>
                <a:cs typeface="Arial" pitchFamily="34" charset="-120"/>
              </a:rPr>
              <a:t>silent h</a:t>
            </a:r>
            <a:endParaRPr lang="en-US" sz="1600" dirty="0"/>
          </a:p>
        </p:txBody>
      </p:sp>
      <p:sp>
        <p:nvSpPr>
          <p:cNvPr id="22" name="Text 20"/>
          <p:cNvSpPr txBox="1"/>
          <p:nvPr/>
        </p:nvSpPr>
        <p:spPr>
          <a:xfrm>
            <a:off x="6489680" y="3779307"/>
            <a:ext cx="973927" cy="342900"/>
          </a:xfrm>
          <a:prstGeom prst="rect">
            <a:avLst/>
          </a:prstGeom>
          <a:noFill/>
          <a:ln/>
        </p:spPr>
        <p:txBody>
          <a:bodyPr wrap="square" lIns="0" tIns="0" rIns="0" bIns="0" rtlCol="0" anchor="t"/>
          <a:lstStyle/>
          <a:p>
            <a:pPr algn="l" indent="0" marL="0">
              <a:lnSpc>
                <a:spcPts val="2600"/>
              </a:lnSpc>
              <a:buNone/>
            </a:pPr>
            <a:r>
              <a:rPr lang="en-US" sz="2000" b="1" dirty="0">
                <a:solidFill>
                  <a:srgbClr val="2A5BC4"/>
                </a:solidFill>
                <a:latin typeface="Arial" pitchFamily="34" charset="0"/>
                <a:ea typeface="Arial" pitchFamily="34" charset="-122"/>
                <a:cs typeface="Arial" pitchFamily="34" charset="-120"/>
              </a:rPr>
              <a:t>an</a:t>
            </a:r>
            <a:pPr algn="l" indent="0" marL="0">
              <a:lnSpc>
                <a:spcPts val="2600"/>
              </a:lnSpc>
              <a:buNone/>
            </a:pPr>
            <a:r>
              <a:rPr lang="en-US" sz="2000" dirty="0">
                <a:solidFill>
                  <a:srgbClr val="15233F"/>
                </a:solidFill>
                <a:latin typeface="Arial" pitchFamily="34" charset="0"/>
                <a:ea typeface="Arial" pitchFamily="34" charset="-122"/>
                <a:cs typeface="Arial" pitchFamily="34" charset="-120"/>
              </a:rPr>
              <a:t> MBA</a:t>
            </a:r>
            <a:endParaRPr lang="en-US" sz="2000" dirty="0"/>
          </a:p>
        </p:txBody>
      </p:sp>
      <p:sp>
        <p:nvSpPr>
          <p:cNvPr id="23" name="Text 21"/>
          <p:cNvSpPr txBox="1"/>
          <p:nvPr/>
        </p:nvSpPr>
        <p:spPr>
          <a:xfrm>
            <a:off x="9994941" y="3809848"/>
            <a:ext cx="1178022" cy="304770"/>
          </a:xfrm>
          <a:prstGeom prst="rect">
            <a:avLst/>
          </a:prstGeom>
          <a:noFill/>
          <a:ln/>
        </p:spPr>
        <p:txBody>
          <a:bodyPr wrap="square" lIns="0" tIns="0" rIns="0" bIns="0" rtlCol="0" anchor="t"/>
          <a:lstStyle/>
          <a:p>
            <a:pPr algn="l" indent="0" marL="0">
              <a:lnSpc>
                <a:spcPts val="2240"/>
              </a:lnSpc>
              <a:buNone/>
            </a:pPr>
            <a:r>
              <a:rPr lang="en-US" sz="1600" dirty="0">
                <a:solidFill>
                  <a:srgbClr val="5E6675"/>
                </a:solidFill>
                <a:latin typeface="Arial" pitchFamily="34" charset="0"/>
                <a:ea typeface="Arial" pitchFamily="34" charset="-122"/>
                <a:cs typeface="Arial" pitchFamily="34" charset="-120"/>
              </a:rPr>
              <a:t>M says “em”</a:t>
            </a:r>
            <a:endParaRPr lang="en-US" sz="1600" dirty="0"/>
          </a:p>
        </p:txBody>
      </p:sp>
      <p:sp>
        <p:nvSpPr>
          <p:cNvPr id="24" name="Text 22"/>
          <p:cNvSpPr txBox="1"/>
          <p:nvPr/>
        </p:nvSpPr>
        <p:spPr>
          <a:xfrm>
            <a:off x="6489680" y="4236507"/>
            <a:ext cx="1031535" cy="342900"/>
          </a:xfrm>
          <a:prstGeom prst="rect">
            <a:avLst/>
          </a:prstGeom>
          <a:noFill/>
          <a:ln/>
        </p:spPr>
        <p:txBody>
          <a:bodyPr wrap="square" lIns="0" tIns="0" rIns="0" bIns="0" rtlCol="0" anchor="t"/>
          <a:lstStyle/>
          <a:p>
            <a:pPr algn="l" indent="0" marL="0">
              <a:lnSpc>
                <a:spcPts val="2600"/>
              </a:lnSpc>
              <a:buNone/>
            </a:pPr>
            <a:r>
              <a:rPr lang="en-US" sz="2000" b="1" dirty="0">
                <a:solidFill>
                  <a:srgbClr val="2A5BC4"/>
                </a:solidFill>
                <a:latin typeface="Arial" pitchFamily="34" charset="0"/>
                <a:ea typeface="Arial" pitchFamily="34" charset="-122"/>
                <a:cs typeface="Arial" pitchFamily="34" charset="-120"/>
              </a:rPr>
              <a:t>an</a:t>
            </a:r>
            <a:pPr algn="l" indent="0" marL="0">
              <a:lnSpc>
                <a:spcPts val="2600"/>
              </a:lnSpc>
              <a:buNone/>
            </a:pPr>
            <a:r>
              <a:rPr lang="en-US" sz="2000" dirty="0">
                <a:solidFill>
                  <a:srgbClr val="15233F"/>
                </a:solidFill>
                <a:latin typeface="Arial" pitchFamily="34" charset="0"/>
                <a:ea typeface="Arial" pitchFamily="34" charset="-122"/>
                <a:cs typeface="Arial" pitchFamily="34" charset="-120"/>
              </a:rPr>
              <a:t> X-ray</a:t>
            </a:r>
            <a:endParaRPr lang="en-US" sz="2000" dirty="0"/>
          </a:p>
        </p:txBody>
      </p:sp>
      <p:sp>
        <p:nvSpPr>
          <p:cNvPr id="25" name="Text 23"/>
          <p:cNvSpPr txBox="1"/>
          <p:nvPr/>
        </p:nvSpPr>
        <p:spPr>
          <a:xfrm>
            <a:off x="9994666" y="4267048"/>
            <a:ext cx="1178296" cy="304770"/>
          </a:xfrm>
          <a:prstGeom prst="rect">
            <a:avLst/>
          </a:prstGeom>
          <a:noFill/>
          <a:ln/>
        </p:spPr>
        <p:txBody>
          <a:bodyPr wrap="square" lIns="0" tIns="0" rIns="0" bIns="0" rtlCol="0" anchor="t"/>
          <a:lstStyle/>
          <a:p>
            <a:pPr algn="l" indent="0" marL="0">
              <a:lnSpc>
                <a:spcPts val="2240"/>
              </a:lnSpc>
              <a:buNone/>
            </a:pPr>
            <a:r>
              <a:rPr lang="en-US" sz="1600" dirty="0">
                <a:solidFill>
                  <a:srgbClr val="5E6675"/>
                </a:solidFill>
                <a:latin typeface="Arial" pitchFamily="34" charset="0"/>
                <a:ea typeface="Arial" pitchFamily="34" charset="-122"/>
                <a:cs typeface="Arial" pitchFamily="34" charset="-120"/>
              </a:rPr>
              <a:t>X says “eks”</a:t>
            </a:r>
            <a:endParaRPr lang="en-US" sz="1600" dirty="0"/>
          </a:p>
        </p:txBody>
      </p:sp>
      <p:sp>
        <p:nvSpPr>
          <p:cNvPr id="26" name="Text 24"/>
          <p:cNvSpPr txBox="1"/>
          <p:nvPr/>
        </p:nvSpPr>
        <p:spPr>
          <a:xfrm>
            <a:off x="812810" y="5079858"/>
            <a:ext cx="10815798" cy="304770"/>
          </a:xfrm>
          <a:prstGeom prst="rect">
            <a:avLst/>
          </a:prstGeom>
          <a:noFill/>
          <a:ln/>
        </p:spPr>
        <p:txBody>
          <a:bodyPr wrap="square" lIns="0" tIns="0" rIns="0" bIns="0" rtlCol="0" anchor="t"/>
          <a:lstStyle/>
          <a:p>
            <a:pPr algn="l" indent="0" marL="0">
              <a:lnSpc>
                <a:spcPts val="2240"/>
              </a:lnSpc>
              <a:buNone/>
            </a:pPr>
            <a:r>
              <a:rPr lang="en-US" sz="1600" dirty="0">
                <a:solidFill>
                  <a:srgbClr val="15233F"/>
                </a:solidFill>
                <a:latin typeface="Arial" pitchFamily="34" charset="0"/>
                <a:ea typeface="Arial" pitchFamily="34" charset="-122"/>
                <a:cs typeface="Arial" pitchFamily="34" charset="-120"/>
              </a:rPr>
              <a:t>Not sure? </a:t>
            </a:r>
            <a:pPr algn="l" indent="0" marL="0">
              <a:lnSpc>
                <a:spcPts val="2240"/>
              </a:lnSpc>
              <a:buNone/>
            </a:pPr>
            <a:r>
              <a:rPr lang="en-US" sz="1600" b="1" dirty="0">
                <a:solidFill>
                  <a:srgbClr val="15233F"/>
                </a:solidFill>
                <a:latin typeface="Arial" pitchFamily="34" charset="0"/>
                <a:ea typeface="Arial" pitchFamily="34" charset="-122"/>
                <a:cs typeface="Arial" pitchFamily="34" charset="-120"/>
              </a:rPr>
              <a:t>Say the word out loud.</a:t>
            </a:r>
            <a:pPr algn="l" indent="0" marL="0">
              <a:lnSpc>
                <a:spcPts val="2240"/>
              </a:lnSpc>
              <a:buNone/>
            </a:pPr>
            <a:r>
              <a:rPr lang="en-US" sz="1600" dirty="0">
                <a:solidFill>
                  <a:srgbClr val="15233F"/>
                </a:solidFill>
                <a:latin typeface="Arial" pitchFamily="34" charset="0"/>
                <a:ea typeface="Arial" pitchFamily="34" charset="-122"/>
                <a:cs typeface="Arial" pitchFamily="34" charset="-120"/>
              </a:rPr>
              <a:t> The sound decides, not the spelling.</a:t>
            </a:r>
            <a:endParaRPr lang="en-US" sz="1600" dirty="0"/>
          </a:p>
        </p:txBody>
      </p:sp>
      <p:sp>
        <p:nvSpPr>
          <p:cNvPr id="27" name="Text 25"/>
          <p:cNvSpPr txBox="1"/>
          <p:nvPr/>
        </p:nvSpPr>
        <p:spPr>
          <a:xfrm>
            <a:off x="812810" y="6223041"/>
            <a:ext cx="7810530" cy="228600"/>
          </a:xfrm>
          <a:prstGeom prst="rect">
            <a:avLst/>
          </a:prstGeom>
          <a:noFill/>
          <a:ln/>
        </p:spPr>
        <p:txBody>
          <a:bodyPr wrap="square" lIns="0" tIns="0" rIns="0" bIns="0" rtlCol="0" anchor="t"/>
          <a:lstStyle/>
          <a:p>
            <a:pPr algn="l" indent="0" marL="0">
              <a:lnSpc>
                <a:spcPts val="1680"/>
              </a:lnSpc>
              <a:buNone/>
            </a:pPr>
            <a:r>
              <a:rPr lang="en-US" sz="1200" dirty="0">
                <a:solidFill>
                  <a:srgbClr val="636B78"/>
                </a:solidFill>
                <a:latin typeface="Arial" pitchFamily="34" charset="0"/>
                <a:ea typeface="Arial" pitchFamily="34" charset="-122"/>
                <a:cs typeface="Arial" pitchFamily="34" charset="-120"/>
              </a:rPr>
              <a:t>English Articles · A, An &amp; The</a:t>
            </a:r>
            <a:endParaRPr lang="en-US" sz="1200" dirty="0"/>
          </a:p>
        </p:txBody>
      </p:sp>
      <p:sp>
        <p:nvSpPr>
          <p:cNvPr id="28" name="Text 26"/>
          <p:cNvSpPr txBox="1"/>
          <p:nvPr/>
        </p:nvSpPr>
        <p:spPr>
          <a:xfrm>
            <a:off x="10045690" y="6223041"/>
            <a:ext cx="1333470" cy="228600"/>
          </a:xfrm>
          <a:prstGeom prst="rect">
            <a:avLst/>
          </a:prstGeom>
          <a:noFill/>
          <a:ln/>
        </p:spPr>
        <p:txBody>
          <a:bodyPr wrap="square" lIns="0" tIns="0" rIns="0" bIns="0" rtlCol="0" anchor="t"/>
          <a:lstStyle/>
          <a:p>
            <a:pPr algn="r" indent="0" marL="0">
              <a:lnSpc>
                <a:spcPts val="1680"/>
              </a:lnSpc>
              <a:buNone/>
            </a:pPr>
            <a:r>
              <a:rPr lang="en-US" sz="1200" dirty="0">
                <a:solidFill>
                  <a:srgbClr val="636B78"/>
                </a:solidFill>
                <a:latin typeface="Arial" pitchFamily="34" charset="0"/>
                <a:ea typeface="Arial" pitchFamily="34" charset="-122"/>
                <a:cs typeface="Arial" pitchFamily="34" charset="-120"/>
              </a:rPr>
              <a:t>07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7F0"/>
        </a:solidFill>
      </p:bgPr>
    </p:bg>
    <p:spTree>
      <p:nvGrpSpPr>
        <p:cNvPr id="1" name=""/>
        <p:cNvGrpSpPr/>
        <p:nvPr/>
      </p:nvGrpSpPr>
      <p:grpSpPr>
        <a:xfrm>
          <a:off x="0" y="0"/>
          <a:ext cx="0" cy="0"/>
          <a:chOff x="0" y="0"/>
          <a:chExt cx="0" cy="0"/>
        </a:xfrm>
      </p:grpSpPr>
      <p:sp>
        <p:nvSpPr>
          <p:cNvPr id="2" name="Text 0"/>
          <p:cNvSpPr txBox="1"/>
          <p:nvPr/>
        </p:nvSpPr>
        <p:spPr>
          <a:xfrm>
            <a:off x="812810" y="797540"/>
            <a:ext cx="10815798" cy="228600"/>
          </a:xfrm>
          <a:prstGeom prst="rect">
            <a:avLst/>
          </a:prstGeom>
          <a:noFill/>
          <a:ln/>
        </p:spPr>
        <p:txBody>
          <a:bodyPr wrap="square" lIns="0" tIns="0" rIns="0" bIns="0" rtlCol="0" anchor="t"/>
          <a:lstStyle/>
          <a:p>
            <a:pPr algn="l" indent="0" marL="0">
              <a:lnSpc>
                <a:spcPts val="1680"/>
              </a:lnSpc>
              <a:buNone/>
            </a:pPr>
            <a:r>
              <a:rPr lang="en-US" sz="1200" b="1" spc="150" kern="0" dirty="0">
                <a:solidFill>
                  <a:srgbClr val="636B78"/>
                </a:solidFill>
                <a:latin typeface="Arial" pitchFamily="34" charset="0"/>
                <a:ea typeface="Arial" pitchFamily="34" charset="-122"/>
                <a:cs typeface="Arial" pitchFamily="34" charset="-120"/>
              </a:rPr>
              <a:t>03 · USING A / AN</a:t>
            </a:r>
            <a:endParaRPr lang="en-US" sz="1200" dirty="0"/>
          </a:p>
        </p:txBody>
      </p:sp>
      <p:sp>
        <p:nvSpPr>
          <p:cNvPr id="3" name="Text 1"/>
          <p:cNvSpPr txBox="1"/>
          <p:nvPr/>
        </p:nvSpPr>
        <p:spPr>
          <a:xfrm>
            <a:off x="812810" y="1102309"/>
            <a:ext cx="10815798" cy="446959"/>
          </a:xfrm>
          <a:prstGeom prst="rect">
            <a:avLst/>
          </a:prstGeom>
          <a:noFill/>
          <a:ln/>
        </p:spPr>
        <p:txBody>
          <a:bodyPr wrap="square" lIns="0" tIns="0" rIns="0" bIns="0" rtlCol="0" anchor="t"/>
          <a:lstStyle/>
          <a:p>
            <a:pPr algn="l" indent="0" marL="0">
              <a:lnSpc>
                <a:spcPts val="3520"/>
              </a:lnSpc>
              <a:buNone/>
            </a:pPr>
            <a:r>
              <a:rPr lang="en-US" sz="3200" b="1" dirty="0">
                <a:solidFill>
                  <a:srgbClr val="15233F"/>
                </a:solidFill>
                <a:latin typeface="Arial" pitchFamily="34" charset="0"/>
                <a:ea typeface="Arial" pitchFamily="34" charset="-122"/>
                <a:cs typeface="Arial" pitchFamily="34" charset="-120"/>
              </a:rPr>
              <a:t>When to use a / an</a:t>
            </a:r>
            <a:endParaRPr lang="en-US" sz="3200" dirty="0"/>
          </a:p>
        </p:txBody>
      </p:sp>
      <p:sp>
        <p:nvSpPr>
          <p:cNvPr id="4" name="Shape 2"/>
          <p:cNvSpPr/>
          <p:nvPr/>
        </p:nvSpPr>
        <p:spPr>
          <a:xfrm>
            <a:off x="812810" y="1803288"/>
            <a:ext cx="3386663" cy="1386688"/>
          </a:xfrm>
          <a:prstGeom prst="roundRect">
            <a:avLst>
              <a:gd name="adj" fmla="val 7326"/>
            </a:avLst>
          </a:prstGeom>
          <a:solidFill>
            <a:srgbClr val="FFFDF9"/>
          </a:solidFill>
          <a:ln w="12700">
            <a:solidFill>
              <a:srgbClr val="E6DFD0"/>
            </a:solidFill>
            <a:prstDash val="solid"/>
          </a:ln>
        </p:spPr>
      </p:sp>
      <p:sp>
        <p:nvSpPr>
          <p:cNvPr id="5" name="Text 3"/>
          <p:cNvSpPr txBox="1"/>
          <p:nvPr/>
        </p:nvSpPr>
        <p:spPr>
          <a:xfrm>
            <a:off x="1054120" y="2034449"/>
            <a:ext cx="3000238" cy="274320"/>
          </a:xfrm>
          <a:prstGeom prst="rect">
            <a:avLst/>
          </a:prstGeom>
          <a:noFill/>
          <a:ln/>
        </p:spPr>
        <p:txBody>
          <a:bodyPr wrap="square" lIns="0" tIns="0" rIns="0" bIns="0" rtlCol="0" anchor="t"/>
          <a:lstStyle/>
          <a:p>
            <a:pPr algn="l" indent="0" marL="0">
              <a:lnSpc>
                <a:spcPts val="2080"/>
              </a:lnSpc>
              <a:buNone/>
            </a:pPr>
            <a:r>
              <a:rPr lang="en-US" sz="1600" b="1" dirty="0">
                <a:solidFill>
                  <a:srgbClr val="2A5BC4"/>
                </a:solidFill>
                <a:latin typeface="Arial" pitchFamily="34" charset="0"/>
                <a:ea typeface="Arial" pitchFamily="34" charset="-122"/>
                <a:cs typeface="Arial" pitchFamily="34" charset="-120"/>
              </a:rPr>
              <a:t>1</a:t>
            </a:r>
            <a:pPr algn="l" indent="0" marL="0">
              <a:lnSpc>
                <a:spcPts val="2080"/>
              </a:lnSpc>
              <a:buNone/>
            </a:pPr>
            <a:r>
              <a:rPr lang="en-US" sz="1600" b="1" dirty="0">
                <a:solidFill>
                  <a:srgbClr val="15233F"/>
                </a:solidFill>
                <a:latin typeface="Arial" pitchFamily="34" charset="0"/>
                <a:ea typeface="Arial" pitchFamily="34" charset="-122"/>
                <a:cs typeface="Arial" pitchFamily="34" charset="-120"/>
              </a:rPr>
              <a:t> First mention</a:t>
            </a:r>
            <a:endParaRPr lang="en-US" sz="1600" dirty="0"/>
          </a:p>
        </p:txBody>
      </p:sp>
      <p:sp>
        <p:nvSpPr>
          <p:cNvPr id="6" name="Text 4"/>
          <p:cNvSpPr txBox="1"/>
          <p:nvPr/>
        </p:nvSpPr>
        <p:spPr>
          <a:xfrm>
            <a:off x="1054120" y="2369668"/>
            <a:ext cx="3000238" cy="228600"/>
          </a:xfrm>
          <a:prstGeom prst="rect">
            <a:avLst/>
          </a:prstGeom>
          <a:noFill/>
          <a:ln/>
        </p:spPr>
        <p:txBody>
          <a:bodyPr wrap="square" lIns="0" tIns="0" rIns="0" bIns="0" rtlCol="0" anchor="t"/>
          <a:lstStyle/>
          <a:p>
            <a:pPr algn="l" indent="0" marL="0">
              <a:lnSpc>
                <a:spcPts val="1680"/>
              </a:lnSpc>
              <a:buNone/>
            </a:pPr>
            <a:r>
              <a:rPr lang="en-US" sz="1200" dirty="0">
                <a:solidFill>
                  <a:srgbClr val="3F4A5C"/>
                </a:solidFill>
                <a:latin typeface="Arial" pitchFamily="34" charset="0"/>
                <a:ea typeface="Arial" pitchFamily="34" charset="-122"/>
                <a:cs typeface="Arial" pitchFamily="34" charset="-120"/>
              </a:rPr>
              <a:t>It is new to the listener.</a:t>
            </a:r>
            <a:endParaRPr lang="en-US" sz="1200" dirty="0"/>
          </a:p>
        </p:txBody>
      </p:sp>
      <p:sp>
        <p:nvSpPr>
          <p:cNvPr id="7" name="Text 5"/>
          <p:cNvSpPr txBox="1"/>
          <p:nvPr/>
        </p:nvSpPr>
        <p:spPr>
          <a:xfrm>
            <a:off x="1054120" y="2659167"/>
            <a:ext cx="3000238" cy="289499"/>
          </a:xfrm>
          <a:prstGeom prst="rect">
            <a:avLst/>
          </a:prstGeom>
          <a:noFill/>
          <a:ln/>
        </p:spPr>
        <p:txBody>
          <a:bodyPr wrap="square" lIns="0" tIns="0" rIns="0" bIns="0" rtlCol="0" anchor="t"/>
          <a:lstStyle/>
          <a:p>
            <a:pPr algn="l" indent="0" marL="0">
              <a:lnSpc>
                <a:spcPts val="2160"/>
              </a:lnSpc>
              <a:buNone/>
            </a:pPr>
            <a:r>
              <a:rPr lang="en-US" sz="1600" dirty="0">
                <a:solidFill>
                  <a:srgbClr val="15233F"/>
                </a:solidFill>
                <a:latin typeface="Arial" pitchFamily="34" charset="0"/>
                <a:ea typeface="Arial" pitchFamily="34" charset="-122"/>
                <a:cs typeface="Arial" pitchFamily="34" charset="-120"/>
              </a:rPr>
              <a:t>I saw </a:t>
            </a:r>
            <a:pPr algn="l" indent="0" marL="0">
              <a:lnSpc>
                <a:spcPts val="2160"/>
              </a:lnSpc>
              <a:buNone/>
            </a:pPr>
            <a:r>
              <a:rPr lang="en-US" sz="1600" b="1" dirty="0">
                <a:solidFill>
                  <a:srgbClr val="2A5BC4"/>
                </a:solidFill>
                <a:latin typeface="Arial" pitchFamily="34" charset="0"/>
                <a:ea typeface="Arial" pitchFamily="34" charset="-122"/>
                <a:cs typeface="Arial" pitchFamily="34" charset="-120"/>
              </a:rPr>
              <a:t>a</a:t>
            </a:r>
            <a:pPr algn="l" indent="0" marL="0">
              <a:lnSpc>
                <a:spcPts val="2160"/>
              </a:lnSpc>
              <a:buNone/>
            </a:pPr>
            <a:r>
              <a:rPr lang="en-US" sz="1600" dirty="0">
                <a:solidFill>
                  <a:srgbClr val="15233F"/>
                </a:solidFill>
                <a:latin typeface="Arial" pitchFamily="34" charset="0"/>
                <a:ea typeface="Arial" pitchFamily="34" charset="-122"/>
                <a:cs typeface="Arial" pitchFamily="34" charset="-120"/>
              </a:rPr>
              <a:t> great film last night.</a:t>
            </a:r>
            <a:endParaRPr lang="en-US" sz="1600" dirty="0"/>
          </a:p>
        </p:txBody>
      </p:sp>
      <p:sp>
        <p:nvSpPr>
          <p:cNvPr id="8" name="Shape 6"/>
          <p:cNvSpPr/>
          <p:nvPr/>
        </p:nvSpPr>
        <p:spPr>
          <a:xfrm>
            <a:off x="4402653" y="1803288"/>
            <a:ext cx="3386663" cy="1386688"/>
          </a:xfrm>
          <a:prstGeom prst="roundRect">
            <a:avLst>
              <a:gd name="adj" fmla="val 7326"/>
            </a:avLst>
          </a:prstGeom>
          <a:solidFill>
            <a:srgbClr val="FFFDF9"/>
          </a:solidFill>
          <a:ln w="12700">
            <a:solidFill>
              <a:srgbClr val="E6DFD0"/>
            </a:solidFill>
            <a:prstDash val="solid"/>
          </a:ln>
        </p:spPr>
      </p:sp>
      <p:sp>
        <p:nvSpPr>
          <p:cNvPr id="9" name="Text 7"/>
          <p:cNvSpPr txBox="1"/>
          <p:nvPr/>
        </p:nvSpPr>
        <p:spPr>
          <a:xfrm>
            <a:off x="4643963" y="2034449"/>
            <a:ext cx="3000238" cy="274320"/>
          </a:xfrm>
          <a:prstGeom prst="rect">
            <a:avLst/>
          </a:prstGeom>
          <a:noFill/>
          <a:ln/>
        </p:spPr>
        <p:txBody>
          <a:bodyPr wrap="square" lIns="0" tIns="0" rIns="0" bIns="0" rtlCol="0" anchor="t"/>
          <a:lstStyle/>
          <a:p>
            <a:pPr algn="l" indent="0" marL="0">
              <a:lnSpc>
                <a:spcPts val="2080"/>
              </a:lnSpc>
              <a:buNone/>
            </a:pPr>
            <a:r>
              <a:rPr lang="en-US" sz="1600" b="1" dirty="0">
                <a:solidFill>
                  <a:srgbClr val="2A5BC4"/>
                </a:solidFill>
                <a:latin typeface="Arial" pitchFamily="34" charset="0"/>
                <a:ea typeface="Arial" pitchFamily="34" charset="-122"/>
                <a:cs typeface="Arial" pitchFamily="34" charset="-120"/>
              </a:rPr>
              <a:t>2</a:t>
            </a:r>
            <a:pPr algn="l" indent="0" marL="0">
              <a:lnSpc>
                <a:spcPts val="2080"/>
              </a:lnSpc>
              <a:buNone/>
            </a:pPr>
            <a:r>
              <a:rPr lang="en-US" sz="1600" b="1" dirty="0">
                <a:solidFill>
                  <a:srgbClr val="15233F"/>
                </a:solidFill>
                <a:latin typeface="Arial" pitchFamily="34" charset="0"/>
                <a:ea typeface="Arial" pitchFamily="34" charset="-122"/>
                <a:cs typeface="Arial" pitchFamily="34" charset="-120"/>
              </a:rPr>
              <a:t> Any one</a:t>
            </a:r>
            <a:endParaRPr lang="en-US" sz="1600" dirty="0"/>
          </a:p>
        </p:txBody>
      </p:sp>
      <p:sp>
        <p:nvSpPr>
          <p:cNvPr id="10" name="Text 8"/>
          <p:cNvSpPr txBox="1"/>
          <p:nvPr/>
        </p:nvSpPr>
        <p:spPr>
          <a:xfrm>
            <a:off x="4643963" y="2369668"/>
            <a:ext cx="3000238" cy="228600"/>
          </a:xfrm>
          <a:prstGeom prst="rect">
            <a:avLst/>
          </a:prstGeom>
          <a:noFill/>
          <a:ln/>
        </p:spPr>
        <p:txBody>
          <a:bodyPr wrap="square" lIns="0" tIns="0" rIns="0" bIns="0" rtlCol="0" anchor="t"/>
          <a:lstStyle/>
          <a:p>
            <a:pPr algn="l" indent="0" marL="0">
              <a:lnSpc>
                <a:spcPts val="1680"/>
              </a:lnSpc>
              <a:buNone/>
            </a:pPr>
            <a:r>
              <a:rPr lang="en-US" sz="1200" dirty="0">
                <a:solidFill>
                  <a:srgbClr val="3F4A5C"/>
                </a:solidFill>
                <a:latin typeface="Arial" pitchFamily="34" charset="0"/>
                <a:ea typeface="Arial" pitchFamily="34" charset="-122"/>
                <a:cs typeface="Arial" pitchFamily="34" charset="-120"/>
              </a:rPr>
              <a:t>Which one does not matter.</a:t>
            </a:r>
            <a:endParaRPr lang="en-US" sz="1200" dirty="0"/>
          </a:p>
        </p:txBody>
      </p:sp>
      <p:sp>
        <p:nvSpPr>
          <p:cNvPr id="11" name="Text 9"/>
          <p:cNvSpPr txBox="1"/>
          <p:nvPr/>
        </p:nvSpPr>
        <p:spPr>
          <a:xfrm>
            <a:off x="4643963" y="2659167"/>
            <a:ext cx="3000238" cy="289499"/>
          </a:xfrm>
          <a:prstGeom prst="rect">
            <a:avLst/>
          </a:prstGeom>
          <a:noFill/>
          <a:ln/>
        </p:spPr>
        <p:txBody>
          <a:bodyPr wrap="square" lIns="0" tIns="0" rIns="0" bIns="0" rtlCol="0" anchor="t"/>
          <a:lstStyle/>
          <a:p>
            <a:pPr algn="l" indent="0" marL="0">
              <a:lnSpc>
                <a:spcPts val="2160"/>
              </a:lnSpc>
              <a:buNone/>
            </a:pPr>
            <a:r>
              <a:rPr lang="en-US" sz="1600" dirty="0">
                <a:solidFill>
                  <a:srgbClr val="15233F"/>
                </a:solidFill>
                <a:latin typeface="Arial" pitchFamily="34" charset="0"/>
                <a:ea typeface="Arial" pitchFamily="34" charset="-122"/>
                <a:cs typeface="Arial" pitchFamily="34" charset="-120"/>
              </a:rPr>
              <a:t>Can I borrow </a:t>
            </a:r>
            <a:pPr algn="l" indent="0" marL="0">
              <a:lnSpc>
                <a:spcPts val="2160"/>
              </a:lnSpc>
              <a:buNone/>
            </a:pPr>
            <a:r>
              <a:rPr lang="en-US" sz="1600" b="1" dirty="0">
                <a:solidFill>
                  <a:srgbClr val="2A5BC4"/>
                </a:solidFill>
                <a:latin typeface="Arial" pitchFamily="34" charset="0"/>
                <a:ea typeface="Arial" pitchFamily="34" charset="-122"/>
                <a:cs typeface="Arial" pitchFamily="34" charset="-120"/>
              </a:rPr>
              <a:t>a</a:t>
            </a:r>
            <a:pPr algn="l" indent="0" marL="0">
              <a:lnSpc>
                <a:spcPts val="2160"/>
              </a:lnSpc>
              <a:buNone/>
            </a:pPr>
            <a:r>
              <a:rPr lang="en-US" sz="1600" dirty="0">
                <a:solidFill>
                  <a:srgbClr val="15233F"/>
                </a:solidFill>
                <a:latin typeface="Arial" pitchFamily="34" charset="0"/>
                <a:ea typeface="Arial" pitchFamily="34" charset="-122"/>
                <a:cs typeface="Arial" pitchFamily="34" charset="-120"/>
              </a:rPr>
              <a:t> pen?</a:t>
            </a:r>
            <a:endParaRPr lang="en-US" sz="1600" dirty="0"/>
          </a:p>
        </p:txBody>
      </p:sp>
      <p:sp>
        <p:nvSpPr>
          <p:cNvPr id="12" name="Shape 10"/>
          <p:cNvSpPr/>
          <p:nvPr/>
        </p:nvSpPr>
        <p:spPr>
          <a:xfrm>
            <a:off x="7992496" y="1803288"/>
            <a:ext cx="3386663" cy="1386688"/>
          </a:xfrm>
          <a:prstGeom prst="roundRect">
            <a:avLst>
              <a:gd name="adj" fmla="val 7326"/>
            </a:avLst>
          </a:prstGeom>
          <a:solidFill>
            <a:srgbClr val="FFFDF9"/>
          </a:solidFill>
          <a:ln w="12700">
            <a:solidFill>
              <a:srgbClr val="E6DFD0"/>
            </a:solidFill>
            <a:prstDash val="solid"/>
          </a:ln>
        </p:spPr>
      </p:sp>
      <p:sp>
        <p:nvSpPr>
          <p:cNvPr id="13" name="Text 11"/>
          <p:cNvSpPr txBox="1"/>
          <p:nvPr/>
        </p:nvSpPr>
        <p:spPr>
          <a:xfrm>
            <a:off x="8233806" y="2034449"/>
            <a:ext cx="3000238" cy="274320"/>
          </a:xfrm>
          <a:prstGeom prst="rect">
            <a:avLst/>
          </a:prstGeom>
          <a:noFill/>
          <a:ln/>
        </p:spPr>
        <p:txBody>
          <a:bodyPr wrap="square" lIns="0" tIns="0" rIns="0" bIns="0" rtlCol="0" anchor="t"/>
          <a:lstStyle/>
          <a:p>
            <a:pPr algn="l" indent="0" marL="0">
              <a:lnSpc>
                <a:spcPts val="2080"/>
              </a:lnSpc>
              <a:buNone/>
            </a:pPr>
            <a:r>
              <a:rPr lang="en-US" sz="1600" b="1" dirty="0">
                <a:solidFill>
                  <a:srgbClr val="2A5BC4"/>
                </a:solidFill>
                <a:latin typeface="Arial" pitchFamily="34" charset="0"/>
                <a:ea typeface="Arial" pitchFamily="34" charset="-122"/>
                <a:cs typeface="Arial" pitchFamily="34" charset="-120"/>
              </a:rPr>
              <a:t>3</a:t>
            </a:r>
            <a:pPr algn="l" indent="0" marL="0">
              <a:lnSpc>
                <a:spcPts val="2080"/>
              </a:lnSpc>
              <a:buNone/>
            </a:pPr>
            <a:r>
              <a:rPr lang="en-US" sz="1600" b="1" dirty="0">
                <a:solidFill>
                  <a:srgbClr val="15233F"/>
                </a:solidFill>
                <a:latin typeface="Arial" pitchFamily="34" charset="0"/>
                <a:ea typeface="Arial" pitchFamily="34" charset="-122"/>
                <a:cs typeface="Arial" pitchFamily="34" charset="-120"/>
              </a:rPr>
              <a:t> Jobs</a:t>
            </a:r>
            <a:endParaRPr lang="en-US" sz="1600" dirty="0"/>
          </a:p>
        </p:txBody>
      </p:sp>
      <p:sp>
        <p:nvSpPr>
          <p:cNvPr id="14" name="Text 12"/>
          <p:cNvSpPr txBox="1"/>
          <p:nvPr/>
        </p:nvSpPr>
        <p:spPr>
          <a:xfrm>
            <a:off x="8233806" y="2369668"/>
            <a:ext cx="3000238" cy="228600"/>
          </a:xfrm>
          <a:prstGeom prst="rect">
            <a:avLst/>
          </a:prstGeom>
          <a:noFill/>
          <a:ln/>
        </p:spPr>
        <p:txBody>
          <a:bodyPr wrap="square" lIns="0" tIns="0" rIns="0" bIns="0" rtlCol="0" anchor="t"/>
          <a:lstStyle/>
          <a:p>
            <a:pPr algn="l" indent="0" marL="0">
              <a:lnSpc>
                <a:spcPts val="1680"/>
              </a:lnSpc>
              <a:buNone/>
            </a:pPr>
            <a:r>
              <a:rPr lang="en-US" sz="1200" dirty="0">
                <a:solidFill>
                  <a:srgbClr val="3F4A5C"/>
                </a:solidFill>
                <a:latin typeface="Arial" pitchFamily="34" charset="0"/>
                <a:ea typeface="Arial" pitchFamily="34" charset="-122"/>
                <a:cs typeface="Arial" pitchFamily="34" charset="-120"/>
              </a:rPr>
              <a:t>Say what someone does.</a:t>
            </a:r>
            <a:endParaRPr lang="en-US" sz="1200" dirty="0"/>
          </a:p>
        </p:txBody>
      </p:sp>
      <p:sp>
        <p:nvSpPr>
          <p:cNvPr id="15" name="Text 13"/>
          <p:cNvSpPr txBox="1"/>
          <p:nvPr/>
        </p:nvSpPr>
        <p:spPr>
          <a:xfrm>
            <a:off x="8233806" y="2659167"/>
            <a:ext cx="3000238" cy="289499"/>
          </a:xfrm>
          <a:prstGeom prst="rect">
            <a:avLst/>
          </a:prstGeom>
          <a:noFill/>
          <a:ln/>
        </p:spPr>
        <p:txBody>
          <a:bodyPr wrap="square" lIns="0" tIns="0" rIns="0" bIns="0" rtlCol="0" anchor="t"/>
          <a:lstStyle/>
          <a:p>
            <a:pPr algn="l" indent="0" marL="0">
              <a:lnSpc>
                <a:spcPts val="2160"/>
              </a:lnSpc>
              <a:buNone/>
            </a:pPr>
            <a:r>
              <a:rPr lang="en-US" sz="1600" dirty="0">
                <a:solidFill>
                  <a:srgbClr val="15233F"/>
                </a:solidFill>
                <a:latin typeface="Arial" pitchFamily="34" charset="0"/>
                <a:ea typeface="Arial" pitchFamily="34" charset="-122"/>
                <a:cs typeface="Arial" pitchFamily="34" charset="-120"/>
              </a:rPr>
              <a:t>She is </a:t>
            </a:r>
            <a:pPr algn="l" indent="0" marL="0">
              <a:lnSpc>
                <a:spcPts val="2160"/>
              </a:lnSpc>
              <a:buNone/>
            </a:pPr>
            <a:r>
              <a:rPr lang="en-US" sz="1600" b="1" dirty="0">
                <a:solidFill>
                  <a:srgbClr val="2A5BC4"/>
                </a:solidFill>
                <a:latin typeface="Arial" pitchFamily="34" charset="0"/>
                <a:ea typeface="Arial" pitchFamily="34" charset="-122"/>
                <a:cs typeface="Arial" pitchFamily="34" charset="-120"/>
              </a:rPr>
              <a:t>an</a:t>
            </a:r>
            <a:pPr algn="l" indent="0" marL="0">
              <a:lnSpc>
                <a:spcPts val="2160"/>
              </a:lnSpc>
              <a:buNone/>
            </a:pPr>
            <a:r>
              <a:rPr lang="en-US" sz="1600" dirty="0">
                <a:solidFill>
                  <a:srgbClr val="15233F"/>
                </a:solidFill>
                <a:latin typeface="Arial" pitchFamily="34" charset="0"/>
                <a:ea typeface="Arial" pitchFamily="34" charset="-122"/>
                <a:cs typeface="Arial" pitchFamily="34" charset="-120"/>
              </a:rPr>
              <a:t> engineer.</a:t>
            </a:r>
            <a:endParaRPr lang="en-US" sz="1600" dirty="0"/>
          </a:p>
        </p:txBody>
      </p:sp>
      <p:sp>
        <p:nvSpPr>
          <p:cNvPr id="16" name="Shape 14"/>
          <p:cNvSpPr/>
          <p:nvPr/>
        </p:nvSpPr>
        <p:spPr>
          <a:xfrm>
            <a:off x="812810" y="3393156"/>
            <a:ext cx="3386663" cy="1386688"/>
          </a:xfrm>
          <a:prstGeom prst="roundRect">
            <a:avLst>
              <a:gd name="adj" fmla="val 7326"/>
            </a:avLst>
          </a:prstGeom>
          <a:solidFill>
            <a:srgbClr val="FFFDF9"/>
          </a:solidFill>
          <a:ln w="12700">
            <a:solidFill>
              <a:srgbClr val="E6DFD0"/>
            </a:solidFill>
            <a:prstDash val="solid"/>
          </a:ln>
        </p:spPr>
      </p:sp>
      <p:sp>
        <p:nvSpPr>
          <p:cNvPr id="17" name="Text 15"/>
          <p:cNvSpPr txBox="1"/>
          <p:nvPr/>
        </p:nvSpPr>
        <p:spPr>
          <a:xfrm>
            <a:off x="1054120" y="3624316"/>
            <a:ext cx="3000238" cy="274320"/>
          </a:xfrm>
          <a:prstGeom prst="rect">
            <a:avLst/>
          </a:prstGeom>
          <a:noFill/>
          <a:ln/>
        </p:spPr>
        <p:txBody>
          <a:bodyPr wrap="square" lIns="0" tIns="0" rIns="0" bIns="0" rtlCol="0" anchor="t"/>
          <a:lstStyle/>
          <a:p>
            <a:pPr algn="l" indent="0" marL="0">
              <a:lnSpc>
                <a:spcPts val="2080"/>
              </a:lnSpc>
              <a:buNone/>
            </a:pPr>
            <a:r>
              <a:rPr lang="en-US" sz="1600" b="1" dirty="0">
                <a:solidFill>
                  <a:srgbClr val="2A5BC4"/>
                </a:solidFill>
                <a:latin typeface="Arial" pitchFamily="34" charset="0"/>
                <a:ea typeface="Arial" pitchFamily="34" charset="-122"/>
                <a:cs typeface="Arial" pitchFamily="34" charset="-120"/>
              </a:rPr>
              <a:t>4</a:t>
            </a:r>
            <a:pPr algn="l" indent="0" marL="0">
              <a:lnSpc>
                <a:spcPts val="2080"/>
              </a:lnSpc>
              <a:buNone/>
            </a:pPr>
            <a:r>
              <a:rPr lang="en-US" sz="1600" b="1" dirty="0">
                <a:solidFill>
                  <a:srgbClr val="15233F"/>
                </a:solidFill>
                <a:latin typeface="Arial" pitchFamily="34" charset="0"/>
                <a:ea typeface="Arial" pitchFamily="34" charset="-122"/>
                <a:cs typeface="Arial" pitchFamily="34" charset="-120"/>
              </a:rPr>
              <a:t> Describing</a:t>
            </a:r>
            <a:endParaRPr lang="en-US" sz="1600" dirty="0"/>
          </a:p>
        </p:txBody>
      </p:sp>
      <p:sp>
        <p:nvSpPr>
          <p:cNvPr id="18" name="Text 16"/>
          <p:cNvSpPr txBox="1"/>
          <p:nvPr/>
        </p:nvSpPr>
        <p:spPr>
          <a:xfrm>
            <a:off x="1054120" y="3959535"/>
            <a:ext cx="3000238" cy="228600"/>
          </a:xfrm>
          <a:prstGeom prst="rect">
            <a:avLst/>
          </a:prstGeom>
          <a:noFill/>
          <a:ln/>
        </p:spPr>
        <p:txBody>
          <a:bodyPr wrap="square" lIns="0" tIns="0" rIns="0" bIns="0" rtlCol="0" anchor="t"/>
          <a:lstStyle/>
          <a:p>
            <a:pPr algn="l" indent="0" marL="0">
              <a:lnSpc>
                <a:spcPts val="1680"/>
              </a:lnSpc>
              <a:buNone/>
            </a:pPr>
            <a:r>
              <a:rPr lang="en-US" sz="1200" dirty="0">
                <a:solidFill>
                  <a:srgbClr val="3F4A5C"/>
                </a:solidFill>
                <a:latin typeface="Arial" pitchFamily="34" charset="0"/>
                <a:ea typeface="Arial" pitchFamily="34" charset="-122"/>
                <a:cs typeface="Arial" pitchFamily="34" charset="-120"/>
              </a:rPr>
              <a:t>Say what kind of thing it is.</a:t>
            </a:r>
            <a:endParaRPr lang="en-US" sz="1200" dirty="0"/>
          </a:p>
        </p:txBody>
      </p:sp>
      <p:sp>
        <p:nvSpPr>
          <p:cNvPr id="19" name="Text 17"/>
          <p:cNvSpPr txBox="1"/>
          <p:nvPr/>
        </p:nvSpPr>
        <p:spPr>
          <a:xfrm>
            <a:off x="1054120" y="4249125"/>
            <a:ext cx="3000238" cy="289499"/>
          </a:xfrm>
          <a:prstGeom prst="rect">
            <a:avLst/>
          </a:prstGeom>
          <a:noFill/>
          <a:ln/>
        </p:spPr>
        <p:txBody>
          <a:bodyPr wrap="square" lIns="0" tIns="0" rIns="0" bIns="0" rtlCol="0" anchor="t"/>
          <a:lstStyle/>
          <a:p>
            <a:pPr algn="l" indent="0" marL="0">
              <a:lnSpc>
                <a:spcPts val="2160"/>
              </a:lnSpc>
              <a:buNone/>
            </a:pPr>
            <a:r>
              <a:rPr lang="en-US" sz="1600" dirty="0">
                <a:solidFill>
                  <a:srgbClr val="15233F"/>
                </a:solidFill>
                <a:latin typeface="Arial" pitchFamily="34" charset="0"/>
                <a:ea typeface="Arial" pitchFamily="34" charset="-122"/>
                <a:cs typeface="Arial" pitchFamily="34" charset="-120"/>
              </a:rPr>
              <a:t>It’s </a:t>
            </a:r>
            <a:pPr algn="l" indent="0" marL="0">
              <a:lnSpc>
                <a:spcPts val="2160"/>
              </a:lnSpc>
              <a:buNone/>
            </a:pPr>
            <a:r>
              <a:rPr lang="en-US" sz="1600" b="1" dirty="0">
                <a:solidFill>
                  <a:srgbClr val="2A5BC4"/>
                </a:solidFill>
                <a:latin typeface="Arial" pitchFamily="34" charset="0"/>
                <a:ea typeface="Arial" pitchFamily="34" charset="-122"/>
                <a:cs typeface="Arial" pitchFamily="34" charset="-120"/>
              </a:rPr>
              <a:t>a</a:t>
            </a:r>
            <a:pPr algn="l" indent="0" marL="0">
              <a:lnSpc>
                <a:spcPts val="2160"/>
              </a:lnSpc>
              <a:buNone/>
            </a:pPr>
            <a:r>
              <a:rPr lang="en-US" sz="1600" dirty="0">
                <a:solidFill>
                  <a:srgbClr val="15233F"/>
                </a:solidFill>
                <a:latin typeface="Arial" pitchFamily="34" charset="0"/>
                <a:ea typeface="Arial" pitchFamily="34" charset="-122"/>
                <a:cs typeface="Arial" pitchFamily="34" charset="-120"/>
              </a:rPr>
              <a:t> beautiful day.</a:t>
            </a:r>
            <a:endParaRPr lang="en-US" sz="1600" dirty="0"/>
          </a:p>
        </p:txBody>
      </p:sp>
      <p:sp>
        <p:nvSpPr>
          <p:cNvPr id="20" name="Shape 18"/>
          <p:cNvSpPr/>
          <p:nvPr/>
        </p:nvSpPr>
        <p:spPr>
          <a:xfrm>
            <a:off x="4402653" y="3393156"/>
            <a:ext cx="3386663" cy="1386688"/>
          </a:xfrm>
          <a:prstGeom prst="roundRect">
            <a:avLst>
              <a:gd name="adj" fmla="val 7326"/>
            </a:avLst>
          </a:prstGeom>
          <a:solidFill>
            <a:srgbClr val="FFFDF9"/>
          </a:solidFill>
          <a:ln w="12700">
            <a:solidFill>
              <a:srgbClr val="E6DFD0"/>
            </a:solidFill>
            <a:prstDash val="solid"/>
          </a:ln>
        </p:spPr>
      </p:sp>
      <p:sp>
        <p:nvSpPr>
          <p:cNvPr id="21" name="Text 19"/>
          <p:cNvSpPr txBox="1"/>
          <p:nvPr/>
        </p:nvSpPr>
        <p:spPr>
          <a:xfrm>
            <a:off x="4643963" y="3624316"/>
            <a:ext cx="3000238" cy="274320"/>
          </a:xfrm>
          <a:prstGeom prst="rect">
            <a:avLst/>
          </a:prstGeom>
          <a:noFill/>
          <a:ln/>
        </p:spPr>
        <p:txBody>
          <a:bodyPr wrap="square" lIns="0" tIns="0" rIns="0" bIns="0" rtlCol="0" anchor="t"/>
          <a:lstStyle/>
          <a:p>
            <a:pPr algn="l" indent="0" marL="0">
              <a:lnSpc>
                <a:spcPts val="2080"/>
              </a:lnSpc>
              <a:buNone/>
            </a:pPr>
            <a:r>
              <a:rPr lang="en-US" sz="1600" b="1" dirty="0">
                <a:solidFill>
                  <a:srgbClr val="2A5BC4"/>
                </a:solidFill>
                <a:latin typeface="Arial" pitchFamily="34" charset="0"/>
                <a:ea typeface="Arial" pitchFamily="34" charset="-122"/>
                <a:cs typeface="Arial" pitchFamily="34" charset="-120"/>
              </a:rPr>
              <a:t>5</a:t>
            </a:r>
            <a:pPr algn="l" indent="0" marL="0">
              <a:lnSpc>
                <a:spcPts val="2080"/>
              </a:lnSpc>
              <a:buNone/>
            </a:pPr>
            <a:r>
              <a:rPr lang="en-US" sz="1600" b="1" dirty="0">
                <a:solidFill>
                  <a:srgbClr val="15233F"/>
                </a:solidFill>
                <a:latin typeface="Arial" pitchFamily="34" charset="0"/>
                <a:ea typeface="Arial" pitchFamily="34" charset="-122"/>
                <a:cs typeface="Arial" pitchFamily="34" charset="-120"/>
              </a:rPr>
              <a:t> Meaning “one”</a:t>
            </a:r>
            <a:endParaRPr lang="en-US" sz="1600" dirty="0"/>
          </a:p>
        </p:txBody>
      </p:sp>
      <p:sp>
        <p:nvSpPr>
          <p:cNvPr id="22" name="Text 20"/>
          <p:cNvSpPr txBox="1"/>
          <p:nvPr/>
        </p:nvSpPr>
        <p:spPr>
          <a:xfrm>
            <a:off x="4643963" y="3959535"/>
            <a:ext cx="3000238" cy="228600"/>
          </a:xfrm>
          <a:prstGeom prst="rect">
            <a:avLst/>
          </a:prstGeom>
          <a:noFill/>
          <a:ln/>
        </p:spPr>
        <p:txBody>
          <a:bodyPr wrap="square" lIns="0" tIns="0" rIns="0" bIns="0" rtlCol="0" anchor="t"/>
          <a:lstStyle/>
          <a:p>
            <a:pPr algn="l" indent="0" marL="0">
              <a:lnSpc>
                <a:spcPts val="1680"/>
              </a:lnSpc>
              <a:buNone/>
            </a:pPr>
            <a:r>
              <a:rPr lang="en-US" sz="1200" dirty="0">
                <a:solidFill>
                  <a:srgbClr val="3F4A5C"/>
                </a:solidFill>
                <a:latin typeface="Arial" pitchFamily="34" charset="0"/>
                <a:ea typeface="Arial" pitchFamily="34" charset="-122"/>
                <a:cs typeface="Arial" pitchFamily="34" charset="-120"/>
              </a:rPr>
              <a:t>A / an = one.</a:t>
            </a:r>
            <a:endParaRPr lang="en-US" sz="1200" dirty="0"/>
          </a:p>
        </p:txBody>
      </p:sp>
      <p:sp>
        <p:nvSpPr>
          <p:cNvPr id="23" name="Text 21"/>
          <p:cNvSpPr txBox="1"/>
          <p:nvPr/>
        </p:nvSpPr>
        <p:spPr>
          <a:xfrm>
            <a:off x="4643963" y="4249125"/>
            <a:ext cx="3000238" cy="289499"/>
          </a:xfrm>
          <a:prstGeom prst="rect">
            <a:avLst/>
          </a:prstGeom>
          <a:noFill/>
          <a:ln/>
        </p:spPr>
        <p:txBody>
          <a:bodyPr wrap="square" lIns="0" tIns="0" rIns="0" bIns="0" rtlCol="0" anchor="t"/>
          <a:lstStyle/>
          <a:p>
            <a:pPr algn="l" indent="0" marL="0">
              <a:lnSpc>
                <a:spcPts val="2160"/>
              </a:lnSpc>
              <a:buNone/>
            </a:pPr>
            <a:r>
              <a:rPr lang="en-US" sz="1600" dirty="0">
                <a:solidFill>
                  <a:srgbClr val="15233F"/>
                </a:solidFill>
                <a:latin typeface="Arial" pitchFamily="34" charset="0"/>
                <a:ea typeface="Arial" pitchFamily="34" charset="-122"/>
                <a:cs typeface="Arial" pitchFamily="34" charset="-120"/>
              </a:rPr>
              <a:t>I’ll be back in </a:t>
            </a:r>
            <a:pPr algn="l" indent="0" marL="0">
              <a:lnSpc>
                <a:spcPts val="2160"/>
              </a:lnSpc>
              <a:buNone/>
            </a:pPr>
            <a:r>
              <a:rPr lang="en-US" sz="1600" b="1" dirty="0">
                <a:solidFill>
                  <a:srgbClr val="2A5BC4"/>
                </a:solidFill>
                <a:latin typeface="Arial" pitchFamily="34" charset="0"/>
                <a:ea typeface="Arial" pitchFamily="34" charset="-122"/>
                <a:cs typeface="Arial" pitchFamily="34" charset="-120"/>
              </a:rPr>
              <a:t>an</a:t>
            </a:r>
            <a:pPr algn="l" indent="0" marL="0">
              <a:lnSpc>
                <a:spcPts val="2160"/>
              </a:lnSpc>
              <a:buNone/>
            </a:pPr>
            <a:r>
              <a:rPr lang="en-US" sz="1600" dirty="0">
                <a:solidFill>
                  <a:srgbClr val="15233F"/>
                </a:solidFill>
                <a:latin typeface="Arial" pitchFamily="34" charset="0"/>
                <a:ea typeface="Arial" pitchFamily="34" charset="-122"/>
                <a:cs typeface="Arial" pitchFamily="34" charset="-120"/>
              </a:rPr>
              <a:t> hour.</a:t>
            </a:r>
            <a:endParaRPr lang="en-US" sz="1600" dirty="0"/>
          </a:p>
        </p:txBody>
      </p:sp>
      <p:sp>
        <p:nvSpPr>
          <p:cNvPr id="24" name="Shape 22"/>
          <p:cNvSpPr/>
          <p:nvPr/>
        </p:nvSpPr>
        <p:spPr>
          <a:xfrm>
            <a:off x="7992496" y="3393156"/>
            <a:ext cx="3386663" cy="1386688"/>
          </a:xfrm>
          <a:prstGeom prst="roundRect">
            <a:avLst>
              <a:gd name="adj" fmla="val 7326"/>
            </a:avLst>
          </a:prstGeom>
          <a:solidFill>
            <a:srgbClr val="FFFDF9"/>
          </a:solidFill>
          <a:ln w="12700">
            <a:solidFill>
              <a:srgbClr val="E6DFD0"/>
            </a:solidFill>
            <a:prstDash val="solid"/>
          </a:ln>
        </p:spPr>
      </p:sp>
      <p:sp>
        <p:nvSpPr>
          <p:cNvPr id="25" name="Text 23"/>
          <p:cNvSpPr txBox="1"/>
          <p:nvPr/>
        </p:nvSpPr>
        <p:spPr>
          <a:xfrm>
            <a:off x="8233806" y="3624316"/>
            <a:ext cx="3000238" cy="274320"/>
          </a:xfrm>
          <a:prstGeom prst="rect">
            <a:avLst/>
          </a:prstGeom>
          <a:noFill/>
          <a:ln/>
        </p:spPr>
        <p:txBody>
          <a:bodyPr wrap="square" lIns="0" tIns="0" rIns="0" bIns="0" rtlCol="0" anchor="t"/>
          <a:lstStyle/>
          <a:p>
            <a:pPr algn="l" indent="0" marL="0">
              <a:lnSpc>
                <a:spcPts val="2080"/>
              </a:lnSpc>
              <a:buNone/>
            </a:pPr>
            <a:r>
              <a:rPr lang="en-US" sz="1600" b="1" dirty="0">
                <a:solidFill>
                  <a:srgbClr val="2A5BC4"/>
                </a:solidFill>
                <a:latin typeface="Arial" pitchFamily="34" charset="0"/>
                <a:ea typeface="Arial" pitchFamily="34" charset="-122"/>
                <a:cs typeface="Arial" pitchFamily="34" charset="-120"/>
              </a:rPr>
              <a:t>6</a:t>
            </a:r>
            <a:pPr algn="l" indent="0" marL="0">
              <a:lnSpc>
                <a:spcPts val="2080"/>
              </a:lnSpc>
              <a:buNone/>
            </a:pPr>
            <a:r>
              <a:rPr lang="en-US" sz="1600" b="1" dirty="0">
                <a:solidFill>
                  <a:srgbClr val="15233F"/>
                </a:solidFill>
                <a:latin typeface="Arial" pitchFamily="34" charset="0"/>
                <a:ea typeface="Arial" pitchFamily="34" charset="-122"/>
                <a:cs typeface="Arial" pitchFamily="34" charset="-120"/>
              </a:rPr>
              <a:t> “Per” / “every”</a:t>
            </a:r>
            <a:endParaRPr lang="en-US" sz="1600" dirty="0"/>
          </a:p>
        </p:txBody>
      </p:sp>
      <p:sp>
        <p:nvSpPr>
          <p:cNvPr id="26" name="Text 24"/>
          <p:cNvSpPr txBox="1"/>
          <p:nvPr/>
        </p:nvSpPr>
        <p:spPr>
          <a:xfrm>
            <a:off x="8233806" y="3959535"/>
            <a:ext cx="3000238" cy="228600"/>
          </a:xfrm>
          <a:prstGeom prst="rect">
            <a:avLst/>
          </a:prstGeom>
          <a:noFill/>
          <a:ln/>
        </p:spPr>
        <p:txBody>
          <a:bodyPr wrap="square" lIns="0" tIns="0" rIns="0" bIns="0" rtlCol="0" anchor="t"/>
          <a:lstStyle/>
          <a:p>
            <a:pPr algn="l" indent="0" marL="0">
              <a:lnSpc>
                <a:spcPts val="1680"/>
              </a:lnSpc>
              <a:buNone/>
            </a:pPr>
            <a:r>
              <a:rPr lang="en-US" sz="1200" dirty="0">
                <a:solidFill>
                  <a:srgbClr val="3F4A5C"/>
                </a:solidFill>
                <a:latin typeface="Arial" pitchFamily="34" charset="0"/>
                <a:ea typeface="Arial" pitchFamily="34" charset="-122"/>
                <a:cs typeface="Arial" pitchFamily="34" charset="-120"/>
              </a:rPr>
              <a:t>How often, how fast, how much.</a:t>
            </a:r>
            <a:endParaRPr lang="en-US" sz="1200" dirty="0"/>
          </a:p>
        </p:txBody>
      </p:sp>
      <p:sp>
        <p:nvSpPr>
          <p:cNvPr id="27" name="Text 25"/>
          <p:cNvSpPr txBox="1"/>
          <p:nvPr/>
        </p:nvSpPr>
        <p:spPr>
          <a:xfrm>
            <a:off x="8233806" y="4249125"/>
            <a:ext cx="3000238" cy="289499"/>
          </a:xfrm>
          <a:prstGeom prst="rect">
            <a:avLst/>
          </a:prstGeom>
          <a:noFill/>
          <a:ln/>
        </p:spPr>
        <p:txBody>
          <a:bodyPr wrap="square" lIns="0" tIns="0" rIns="0" bIns="0" rtlCol="0" anchor="t"/>
          <a:lstStyle/>
          <a:p>
            <a:pPr algn="l" indent="0" marL="0">
              <a:lnSpc>
                <a:spcPts val="2160"/>
              </a:lnSpc>
              <a:buNone/>
            </a:pPr>
            <a:r>
              <a:rPr lang="en-US" sz="1600" dirty="0">
                <a:solidFill>
                  <a:srgbClr val="15233F"/>
                </a:solidFill>
                <a:latin typeface="Arial" pitchFamily="34" charset="0"/>
                <a:ea typeface="Arial" pitchFamily="34" charset="-122"/>
                <a:cs typeface="Arial" pitchFamily="34" charset="-120"/>
              </a:rPr>
              <a:t>twice </a:t>
            </a:r>
            <a:pPr algn="l" indent="0" marL="0">
              <a:lnSpc>
                <a:spcPts val="2160"/>
              </a:lnSpc>
              <a:buNone/>
            </a:pPr>
            <a:r>
              <a:rPr lang="en-US" sz="1600" b="1" dirty="0">
                <a:solidFill>
                  <a:srgbClr val="2A5BC4"/>
                </a:solidFill>
                <a:latin typeface="Arial" pitchFamily="34" charset="0"/>
                <a:ea typeface="Arial" pitchFamily="34" charset="-122"/>
                <a:cs typeface="Arial" pitchFamily="34" charset="-120"/>
              </a:rPr>
              <a:t>a</a:t>
            </a:r>
            <a:pPr algn="l" indent="0" marL="0">
              <a:lnSpc>
                <a:spcPts val="2160"/>
              </a:lnSpc>
              <a:buNone/>
            </a:pPr>
            <a:r>
              <a:rPr lang="en-US" sz="1600" dirty="0">
                <a:solidFill>
                  <a:srgbClr val="15233F"/>
                </a:solidFill>
                <a:latin typeface="Arial" pitchFamily="34" charset="0"/>
                <a:ea typeface="Arial" pitchFamily="34" charset="-122"/>
                <a:cs typeface="Arial" pitchFamily="34" charset="-120"/>
              </a:rPr>
              <a:t> week · 90 km </a:t>
            </a:r>
            <a:pPr algn="l" indent="0" marL="0">
              <a:lnSpc>
                <a:spcPts val="2160"/>
              </a:lnSpc>
              <a:buNone/>
            </a:pPr>
            <a:r>
              <a:rPr lang="en-US" sz="1600" b="1" dirty="0">
                <a:solidFill>
                  <a:srgbClr val="2A5BC4"/>
                </a:solidFill>
                <a:latin typeface="Arial" pitchFamily="34" charset="0"/>
                <a:ea typeface="Arial" pitchFamily="34" charset="-122"/>
                <a:cs typeface="Arial" pitchFamily="34" charset="-120"/>
              </a:rPr>
              <a:t>an</a:t>
            </a:r>
            <a:pPr algn="l" indent="0" marL="0">
              <a:lnSpc>
                <a:spcPts val="2160"/>
              </a:lnSpc>
              <a:buNone/>
            </a:pPr>
            <a:r>
              <a:rPr lang="en-US" sz="1600" dirty="0">
                <a:solidFill>
                  <a:srgbClr val="15233F"/>
                </a:solidFill>
                <a:latin typeface="Arial" pitchFamily="34" charset="0"/>
                <a:ea typeface="Arial" pitchFamily="34" charset="-122"/>
                <a:cs typeface="Arial" pitchFamily="34" charset="-120"/>
              </a:rPr>
              <a:t> hour</a:t>
            </a:r>
            <a:endParaRPr lang="en-US" sz="1600" dirty="0"/>
          </a:p>
        </p:txBody>
      </p:sp>
      <p:sp>
        <p:nvSpPr>
          <p:cNvPr id="28" name="Text 26"/>
          <p:cNvSpPr txBox="1"/>
          <p:nvPr/>
        </p:nvSpPr>
        <p:spPr>
          <a:xfrm>
            <a:off x="812810" y="6223041"/>
            <a:ext cx="7810530" cy="228600"/>
          </a:xfrm>
          <a:prstGeom prst="rect">
            <a:avLst/>
          </a:prstGeom>
          <a:noFill/>
          <a:ln/>
        </p:spPr>
        <p:txBody>
          <a:bodyPr wrap="square" lIns="0" tIns="0" rIns="0" bIns="0" rtlCol="0" anchor="t"/>
          <a:lstStyle/>
          <a:p>
            <a:pPr algn="l" indent="0" marL="0">
              <a:lnSpc>
                <a:spcPts val="1680"/>
              </a:lnSpc>
              <a:buNone/>
            </a:pPr>
            <a:r>
              <a:rPr lang="en-US" sz="1200" dirty="0">
                <a:solidFill>
                  <a:srgbClr val="636B78"/>
                </a:solidFill>
                <a:latin typeface="Arial" pitchFamily="34" charset="0"/>
                <a:ea typeface="Arial" pitchFamily="34" charset="-122"/>
                <a:cs typeface="Arial" pitchFamily="34" charset="-120"/>
              </a:rPr>
              <a:t>English Articles · A, An &amp; The</a:t>
            </a:r>
            <a:endParaRPr lang="en-US" sz="1200" dirty="0"/>
          </a:p>
        </p:txBody>
      </p:sp>
      <p:sp>
        <p:nvSpPr>
          <p:cNvPr id="29" name="Text 27"/>
          <p:cNvSpPr txBox="1"/>
          <p:nvPr/>
        </p:nvSpPr>
        <p:spPr>
          <a:xfrm>
            <a:off x="10045690" y="6223041"/>
            <a:ext cx="1333470" cy="228600"/>
          </a:xfrm>
          <a:prstGeom prst="rect">
            <a:avLst/>
          </a:prstGeom>
          <a:noFill/>
          <a:ln/>
        </p:spPr>
        <p:txBody>
          <a:bodyPr wrap="square" lIns="0" tIns="0" rIns="0" bIns="0" rtlCol="0" anchor="t"/>
          <a:lstStyle/>
          <a:p>
            <a:pPr algn="r" indent="0" marL="0">
              <a:lnSpc>
                <a:spcPts val="1680"/>
              </a:lnSpc>
              <a:buNone/>
            </a:pPr>
            <a:r>
              <a:rPr lang="en-US" sz="1200" dirty="0">
                <a:solidFill>
                  <a:srgbClr val="636B78"/>
                </a:solidFill>
                <a:latin typeface="Arial" pitchFamily="34" charset="0"/>
                <a:ea typeface="Arial" pitchFamily="34" charset="-122"/>
                <a:cs typeface="Arial" pitchFamily="34" charset="-120"/>
              </a:rPr>
              <a:t>08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7F0"/>
        </a:solidFill>
      </p:bgPr>
    </p:bg>
    <p:spTree>
      <p:nvGrpSpPr>
        <p:cNvPr id="1" name=""/>
        <p:cNvGrpSpPr/>
        <p:nvPr/>
      </p:nvGrpSpPr>
      <p:grpSpPr>
        <a:xfrm>
          <a:off x="0" y="0"/>
          <a:ext cx="0" cy="0"/>
          <a:chOff x="0" y="0"/>
          <a:chExt cx="0" cy="0"/>
        </a:xfrm>
      </p:grpSpPr>
      <p:sp>
        <p:nvSpPr>
          <p:cNvPr id="2" name="Text 0"/>
          <p:cNvSpPr txBox="1"/>
          <p:nvPr/>
        </p:nvSpPr>
        <p:spPr>
          <a:xfrm>
            <a:off x="812810" y="797540"/>
            <a:ext cx="10815798" cy="228600"/>
          </a:xfrm>
          <a:prstGeom prst="rect">
            <a:avLst/>
          </a:prstGeom>
          <a:noFill/>
          <a:ln/>
        </p:spPr>
        <p:txBody>
          <a:bodyPr wrap="square" lIns="0" tIns="0" rIns="0" bIns="0" rtlCol="0" anchor="t"/>
          <a:lstStyle/>
          <a:p>
            <a:pPr algn="l" indent="0" marL="0">
              <a:lnSpc>
                <a:spcPts val="1680"/>
              </a:lnSpc>
              <a:buNone/>
            </a:pPr>
            <a:r>
              <a:rPr lang="en-US" sz="1200" b="1" spc="150" kern="0" dirty="0">
                <a:solidFill>
                  <a:srgbClr val="636B78"/>
                </a:solidFill>
                <a:latin typeface="Arial" pitchFamily="34" charset="0"/>
                <a:ea typeface="Arial" pitchFamily="34" charset="-122"/>
                <a:cs typeface="Arial" pitchFamily="34" charset="-120"/>
              </a:rPr>
              <a:t>03 · USING A / AN</a:t>
            </a:r>
            <a:endParaRPr lang="en-US" sz="1200" dirty="0"/>
          </a:p>
        </p:txBody>
      </p:sp>
      <p:sp>
        <p:nvSpPr>
          <p:cNvPr id="3" name="Text 1"/>
          <p:cNvSpPr txBox="1"/>
          <p:nvPr/>
        </p:nvSpPr>
        <p:spPr>
          <a:xfrm>
            <a:off x="812810" y="1102309"/>
            <a:ext cx="10815798" cy="446959"/>
          </a:xfrm>
          <a:prstGeom prst="rect">
            <a:avLst/>
          </a:prstGeom>
          <a:noFill/>
          <a:ln/>
        </p:spPr>
        <p:txBody>
          <a:bodyPr wrap="square" lIns="0" tIns="0" rIns="0" bIns="0" rtlCol="0" anchor="t"/>
          <a:lstStyle/>
          <a:p>
            <a:pPr algn="l" indent="0" marL="0">
              <a:lnSpc>
                <a:spcPts val="3520"/>
              </a:lnSpc>
              <a:buNone/>
            </a:pPr>
            <a:r>
              <a:rPr lang="en-US" sz="3200" b="1" dirty="0">
                <a:solidFill>
                  <a:srgbClr val="15233F"/>
                </a:solidFill>
                <a:latin typeface="Arial" pitchFamily="34" charset="0"/>
                <a:ea typeface="Arial" pitchFamily="34" charset="-122"/>
                <a:cs typeface="Arial" pitchFamily="34" charset="-120"/>
              </a:rPr>
              <a:t>A / an means one countable thing</a:t>
            </a:r>
            <a:endParaRPr lang="en-US" sz="3200" dirty="0"/>
          </a:p>
        </p:txBody>
      </p:sp>
      <p:sp>
        <p:nvSpPr>
          <p:cNvPr id="4" name="Text 2"/>
          <p:cNvSpPr txBox="1"/>
          <p:nvPr/>
        </p:nvSpPr>
        <p:spPr>
          <a:xfrm>
            <a:off x="812810" y="1782989"/>
            <a:ext cx="3924330" cy="873709"/>
          </a:xfrm>
          <a:prstGeom prst="rect">
            <a:avLst/>
          </a:prstGeom>
          <a:noFill/>
          <a:ln/>
        </p:spPr>
        <p:txBody>
          <a:bodyPr wrap="square" lIns="0" tIns="0" rIns="0" bIns="0" rtlCol="0" anchor="t"/>
          <a:lstStyle/>
          <a:p>
            <a:pPr algn="l" indent="0" marL="0">
              <a:lnSpc>
                <a:spcPts val="2240"/>
              </a:lnSpc>
              <a:buNone/>
            </a:pPr>
            <a:r>
              <a:rPr lang="en-US" sz="1600" dirty="0">
                <a:solidFill>
                  <a:srgbClr val="15233F"/>
                </a:solidFill>
                <a:latin typeface="Arial" pitchFamily="34" charset="0"/>
                <a:ea typeface="Arial" pitchFamily="34" charset="-122"/>
                <a:cs typeface="Arial" pitchFamily="34" charset="-120"/>
              </a:rPr>
              <a:t>Use </a:t>
            </a:r>
            <a:pPr algn="l" indent="0" marL="0">
              <a:lnSpc>
                <a:spcPts val="2240"/>
              </a:lnSpc>
              <a:buNone/>
            </a:pPr>
            <a:r>
              <a:rPr lang="en-US" sz="1600" b="1" dirty="0">
                <a:solidFill>
                  <a:srgbClr val="2A5BC4"/>
                </a:solidFill>
                <a:latin typeface="Arial" pitchFamily="34" charset="0"/>
                <a:ea typeface="Arial" pitchFamily="34" charset="-122"/>
                <a:cs typeface="Arial" pitchFamily="34" charset="-120"/>
              </a:rPr>
              <a:t>a / an</a:t>
            </a:r>
            <a:pPr algn="l" indent="0" marL="0">
              <a:lnSpc>
                <a:spcPts val="2240"/>
              </a:lnSpc>
              <a:buNone/>
            </a:pPr>
            <a:r>
              <a:rPr lang="en-US" sz="1600" dirty="0">
                <a:solidFill>
                  <a:srgbClr val="15233F"/>
                </a:solidFill>
                <a:latin typeface="Arial" pitchFamily="34" charset="0"/>
                <a:ea typeface="Arial" pitchFamily="34" charset="-122"/>
                <a:cs typeface="Arial" pitchFamily="34" charset="-120"/>
              </a:rPr>
              <a:t> only with a </a:t>
            </a:r>
            <a:pPr algn="l" indent="0" marL="0">
              <a:lnSpc>
                <a:spcPts val="2240"/>
              </a:lnSpc>
              <a:buNone/>
            </a:pPr>
            <a:r>
              <a:rPr lang="en-US" sz="1600" b="1" dirty="0">
                <a:solidFill>
                  <a:srgbClr val="15233F"/>
                </a:solidFill>
                <a:latin typeface="Arial" pitchFamily="34" charset="0"/>
                <a:ea typeface="Arial" pitchFamily="34" charset="-122"/>
                <a:cs typeface="Arial" pitchFamily="34" charset="-120"/>
              </a:rPr>
              <a:t>singular countable</a:t>
            </a:r>
            <a:pPr algn="l" indent="0" marL="0">
              <a:lnSpc>
                <a:spcPts val="2240"/>
              </a:lnSpc>
              <a:buNone/>
            </a:pPr>
            <a:r>
              <a:rPr lang="en-US" sz="1600" dirty="0">
                <a:solidFill>
                  <a:srgbClr val="15233F"/>
                </a:solidFill>
                <a:latin typeface="Arial" pitchFamily="34" charset="0"/>
                <a:ea typeface="Arial" pitchFamily="34" charset="-122"/>
                <a:cs typeface="Arial" pitchFamily="34" charset="-120"/>
              </a:rPr>
              <a:t> noun: something you can count. </a:t>
            </a:r>
            <a:pPr algn="l" indent="0" marL="0">
              <a:lnSpc>
                <a:spcPts val="2240"/>
              </a:lnSpc>
              <a:buNone/>
            </a:pPr>
            <a:r>
              <a:rPr lang="en-US" sz="1600" b="1" dirty="0">
                <a:solidFill>
                  <a:srgbClr val="15233F"/>
                </a:solidFill>
                <a:latin typeface="Arial" pitchFamily="34" charset="0"/>
                <a:ea typeface="Arial" pitchFamily="34" charset="-122"/>
                <a:cs typeface="Arial" pitchFamily="34" charset="-120"/>
              </a:rPr>
              <a:t>one</a:t>
            </a:r>
            <a:pPr algn="l" indent="0" marL="0">
              <a:lnSpc>
                <a:spcPts val="2240"/>
              </a:lnSpc>
              <a:buNone/>
            </a:pPr>
            <a:r>
              <a:rPr lang="en-US" sz="1600" dirty="0">
                <a:solidFill>
                  <a:srgbClr val="15233F"/>
                </a:solidFill>
                <a:latin typeface="Arial" pitchFamily="34" charset="0"/>
                <a:ea typeface="Arial" pitchFamily="34" charset="-122"/>
                <a:cs typeface="Arial" pitchFamily="34" charset="-120"/>
              </a:rPr>
              <a:t> book, </a:t>
            </a:r>
            <a:pPr algn="l" indent="0" marL="0">
              <a:lnSpc>
                <a:spcPts val="2240"/>
              </a:lnSpc>
              <a:buNone/>
            </a:pPr>
            <a:r>
              <a:rPr lang="en-US" sz="1600" b="1" dirty="0">
                <a:solidFill>
                  <a:srgbClr val="15233F"/>
                </a:solidFill>
                <a:latin typeface="Arial" pitchFamily="34" charset="0"/>
                <a:ea typeface="Arial" pitchFamily="34" charset="-122"/>
                <a:cs typeface="Arial" pitchFamily="34" charset="-120"/>
              </a:rPr>
              <a:t>two</a:t>
            </a:r>
            <a:pPr algn="l" indent="0" marL="0">
              <a:lnSpc>
                <a:spcPts val="2240"/>
              </a:lnSpc>
              <a:buNone/>
            </a:pPr>
            <a:r>
              <a:rPr lang="en-US" sz="1600" dirty="0">
                <a:solidFill>
                  <a:srgbClr val="15233F"/>
                </a:solidFill>
                <a:latin typeface="Arial" pitchFamily="34" charset="0"/>
                <a:ea typeface="Arial" pitchFamily="34" charset="-122"/>
                <a:cs typeface="Arial" pitchFamily="34" charset="-120"/>
              </a:rPr>
              <a:t> books.</a:t>
            </a:r>
            <a:endParaRPr lang="en-US" sz="1600" dirty="0"/>
          </a:p>
        </p:txBody>
      </p:sp>
      <p:sp>
        <p:nvSpPr>
          <p:cNvPr id="5" name="Text 3"/>
          <p:cNvSpPr txBox="1"/>
          <p:nvPr/>
        </p:nvSpPr>
        <p:spPr>
          <a:xfrm>
            <a:off x="812810" y="2814157"/>
            <a:ext cx="3924330" cy="589239"/>
          </a:xfrm>
          <a:prstGeom prst="rect">
            <a:avLst/>
          </a:prstGeom>
          <a:noFill/>
          <a:ln/>
        </p:spPr>
        <p:txBody>
          <a:bodyPr wrap="square" lIns="0" tIns="0" rIns="0" bIns="0" rtlCol="0" anchor="t"/>
          <a:lstStyle/>
          <a:p>
            <a:pPr algn="l" indent="0" marL="0">
              <a:lnSpc>
                <a:spcPts val="2240"/>
              </a:lnSpc>
              <a:buNone/>
            </a:pPr>
            <a:r>
              <a:rPr lang="en-US" sz="1600" dirty="0">
                <a:solidFill>
                  <a:srgbClr val="15233F"/>
                </a:solidFill>
                <a:latin typeface="Arial" pitchFamily="34" charset="0"/>
                <a:ea typeface="Arial" pitchFamily="34" charset="-122"/>
                <a:cs typeface="Arial" pitchFamily="34" charset="-120"/>
              </a:rPr>
              <a:t>With </a:t>
            </a:r>
            <a:pPr algn="l" indent="0" marL="0">
              <a:lnSpc>
                <a:spcPts val="2240"/>
              </a:lnSpc>
              <a:buNone/>
            </a:pPr>
            <a:r>
              <a:rPr lang="en-US" sz="1600" b="1" dirty="0">
                <a:solidFill>
                  <a:srgbClr val="15233F"/>
                </a:solidFill>
                <a:latin typeface="Arial" pitchFamily="34" charset="0"/>
                <a:ea typeface="Arial" pitchFamily="34" charset="-122"/>
                <a:cs typeface="Arial" pitchFamily="34" charset="-120"/>
              </a:rPr>
              <a:t>plural</a:t>
            </a:r>
            <a:pPr algn="l" indent="0" marL="0">
              <a:lnSpc>
                <a:spcPts val="2240"/>
              </a:lnSpc>
              <a:buNone/>
            </a:pPr>
            <a:r>
              <a:rPr lang="en-US" sz="1600" dirty="0">
                <a:solidFill>
                  <a:srgbClr val="15233F"/>
                </a:solidFill>
                <a:latin typeface="Arial" pitchFamily="34" charset="0"/>
                <a:ea typeface="Arial" pitchFamily="34" charset="-122"/>
                <a:cs typeface="Arial" pitchFamily="34" charset="-120"/>
              </a:rPr>
              <a:t> or </a:t>
            </a:r>
            <a:pPr algn="l" indent="0" marL="0">
              <a:lnSpc>
                <a:spcPts val="2240"/>
              </a:lnSpc>
              <a:buNone/>
            </a:pPr>
            <a:r>
              <a:rPr lang="en-US" sz="1600" b="1" dirty="0">
                <a:solidFill>
                  <a:srgbClr val="15233F"/>
                </a:solidFill>
                <a:latin typeface="Arial" pitchFamily="34" charset="0"/>
                <a:ea typeface="Arial" pitchFamily="34" charset="-122"/>
                <a:cs typeface="Arial" pitchFamily="34" charset="-120"/>
              </a:rPr>
              <a:t>uncountable</a:t>
            </a:r>
            <a:pPr algn="l" indent="0" marL="0">
              <a:lnSpc>
                <a:spcPts val="2240"/>
              </a:lnSpc>
              <a:buNone/>
            </a:pPr>
            <a:r>
              <a:rPr lang="en-US" sz="1600" dirty="0">
                <a:solidFill>
                  <a:srgbClr val="15233F"/>
                </a:solidFill>
                <a:latin typeface="Arial" pitchFamily="34" charset="0"/>
                <a:ea typeface="Arial" pitchFamily="34" charset="-122"/>
                <a:cs typeface="Arial" pitchFamily="34" charset="-120"/>
              </a:rPr>
              <a:t> nouns, use </a:t>
            </a:r>
            <a:pPr algn="l" indent="0" marL="0">
              <a:lnSpc>
                <a:spcPts val="2240"/>
              </a:lnSpc>
              <a:buNone/>
            </a:pPr>
            <a:r>
              <a:rPr lang="en-US" sz="1600" b="1" dirty="0">
                <a:solidFill>
                  <a:srgbClr val="15233F"/>
                </a:solidFill>
                <a:latin typeface="Arial" pitchFamily="34" charset="0"/>
                <a:ea typeface="Arial" pitchFamily="34" charset="-122"/>
                <a:cs typeface="Arial" pitchFamily="34" charset="-120"/>
              </a:rPr>
              <a:t>some</a:t>
            </a:r>
            <a:pPr algn="l" indent="0" marL="0">
              <a:lnSpc>
                <a:spcPts val="2240"/>
              </a:lnSpc>
              <a:buNone/>
            </a:pPr>
            <a:r>
              <a:rPr lang="en-US" sz="1600" dirty="0">
                <a:solidFill>
                  <a:srgbClr val="15233F"/>
                </a:solidFill>
                <a:latin typeface="Arial" pitchFamily="34" charset="0"/>
                <a:ea typeface="Arial" pitchFamily="34" charset="-122"/>
                <a:cs typeface="Arial" pitchFamily="34" charset="-120"/>
              </a:rPr>
              <a:t>, or no article.</a:t>
            </a:r>
            <a:endParaRPr lang="en-US" sz="1600" dirty="0"/>
          </a:p>
        </p:txBody>
      </p:sp>
      <p:sp>
        <p:nvSpPr>
          <p:cNvPr id="6" name="Shape 4"/>
          <p:cNvSpPr/>
          <p:nvPr/>
        </p:nvSpPr>
        <p:spPr>
          <a:xfrm>
            <a:off x="812810" y="3581156"/>
            <a:ext cx="3810030" cy="1188629"/>
          </a:xfrm>
          <a:prstGeom prst="roundRect">
            <a:avLst>
              <a:gd name="adj" fmla="val 8547"/>
            </a:avLst>
          </a:prstGeom>
          <a:solidFill>
            <a:srgbClr val="ECEAE6"/>
          </a:solidFill>
          <a:ln/>
        </p:spPr>
      </p:sp>
      <p:sp>
        <p:nvSpPr>
          <p:cNvPr id="7" name="Text 5"/>
          <p:cNvSpPr txBox="1"/>
          <p:nvPr/>
        </p:nvSpPr>
        <p:spPr>
          <a:xfrm>
            <a:off x="1015990" y="3743736"/>
            <a:ext cx="3509742" cy="228600"/>
          </a:xfrm>
          <a:prstGeom prst="rect">
            <a:avLst/>
          </a:prstGeom>
          <a:noFill/>
          <a:ln/>
        </p:spPr>
        <p:txBody>
          <a:bodyPr wrap="square" lIns="0" tIns="0" rIns="0" bIns="0" rtlCol="0" anchor="t"/>
          <a:lstStyle/>
          <a:p>
            <a:pPr algn="l" indent="0" marL="0">
              <a:lnSpc>
                <a:spcPts val="1680"/>
              </a:lnSpc>
              <a:buNone/>
            </a:pPr>
            <a:r>
              <a:rPr lang="en-US" sz="1200" b="1" spc="100" kern="0" dirty="0">
                <a:solidFill>
                  <a:srgbClr val="5E6675"/>
                </a:solidFill>
                <a:latin typeface="Arial" pitchFamily="34" charset="0"/>
                <a:ea typeface="Arial" pitchFamily="34" charset="-122"/>
                <a:cs typeface="Arial" pitchFamily="34" charset="-120"/>
              </a:rPr>
              <a:t>COMMON UNCOUNTABLE NOUNS</a:t>
            </a:r>
            <a:endParaRPr lang="en-US" sz="1200" dirty="0"/>
          </a:p>
        </p:txBody>
      </p:sp>
      <p:sp>
        <p:nvSpPr>
          <p:cNvPr id="8" name="Text 6"/>
          <p:cNvSpPr txBox="1"/>
          <p:nvPr/>
        </p:nvSpPr>
        <p:spPr>
          <a:xfrm>
            <a:off x="1015990" y="4002786"/>
            <a:ext cx="3509742" cy="589239"/>
          </a:xfrm>
          <a:prstGeom prst="rect">
            <a:avLst/>
          </a:prstGeom>
          <a:noFill/>
          <a:ln/>
        </p:spPr>
        <p:txBody>
          <a:bodyPr wrap="square" lIns="0" tIns="0" rIns="0" bIns="0" rtlCol="0" anchor="t"/>
          <a:lstStyle/>
          <a:p>
            <a:pPr algn="l" indent="0" marL="0">
              <a:lnSpc>
                <a:spcPts val="2240"/>
              </a:lnSpc>
              <a:buNone/>
            </a:pPr>
            <a:r>
              <a:rPr lang="en-US" sz="1600" dirty="0">
                <a:solidFill>
                  <a:srgbClr val="15233F"/>
                </a:solidFill>
                <a:latin typeface="Arial" pitchFamily="34" charset="0"/>
                <a:ea typeface="Arial" pitchFamily="34" charset="-122"/>
                <a:cs typeface="Arial" pitchFamily="34" charset="-120"/>
              </a:rPr>
              <a:t>water, money, advice, information, news, music, homework, furniture</a:t>
            </a:r>
            <a:endParaRPr lang="en-US" sz="1600" dirty="0"/>
          </a:p>
        </p:txBody>
      </p:sp>
      <p:sp>
        <p:nvSpPr>
          <p:cNvPr id="9" name="Shape 7"/>
          <p:cNvSpPr/>
          <p:nvPr/>
        </p:nvSpPr>
        <p:spPr>
          <a:xfrm>
            <a:off x="4978359" y="1803288"/>
            <a:ext cx="6400800" cy="2702692"/>
          </a:xfrm>
          <a:prstGeom prst="roundRect">
            <a:avLst>
              <a:gd name="adj" fmla="val 3759"/>
            </a:avLst>
          </a:prstGeom>
          <a:ln w="12700">
            <a:solidFill>
              <a:srgbClr val="E6DFD0"/>
            </a:solidFill>
            <a:prstDash val="solid"/>
          </a:ln>
        </p:spPr>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978359" y="1803288"/>
          <a:ext cx="6400800" cy="914400"/>
        </p:xfrm>
        <a:graphic>
          <a:graphicData uri="http://schemas.openxmlformats.org/drawingml/2006/table">
            <a:tbl>
              <a:tblPr/>
              <a:tblGrid>
                <a:gridCol w="2550079"/>
                <a:gridCol w="3825301"/>
              </a:tblGrid>
              <a:tr h="383408">
                <a:tc>
                  <a:txBody>
                    <a:bodyPr/>
                    <a:lstStyle/>
                    <a:p>
                      <a:pPr indent="0" marL="0">
                        <a:lnSpc>
                          <a:spcPts val="1920"/>
                        </a:lnSpc>
                        <a:buNone/>
                      </a:pPr>
                      <a:r>
                        <a:rPr lang="en-US" sz="1600" b="1" dirty="0">
                          <a:solidFill>
                            <a:srgbClr val="FFB4A8"/>
                          </a:solidFill>
                          <a:latin typeface="Arial" pitchFamily="34" charset="0"/>
                          <a:ea typeface="Arial" pitchFamily="34" charset="-122"/>
                          <a:cs typeface="Arial" pitchFamily="34" charset="-120"/>
                        </a:rPr>
                        <a:t>Wrong</a:t>
                      </a:r>
                      <a:endParaRPr lang="en-US" sz="1600" dirty="0">
                        <a:latin typeface="Arial" charset="0"/>
                        <a:ea typeface="Arial" charset="0"/>
                        <a:cs typeface="Arial" charset="0"/>
                      </a:endParaRPr>
                    </a:p>
                  </a:txBody>
                  <a:tcPr marL="121920" marR="121920" marT="71120" marB="71120" anchor="ctr">
                    <a:lnL w="0" cap="flat" cmpd="sng" algn="ctr">
                      <a:noFill/>
                    </a:lnL>
                    <a:lnR w="0" cap="flat" cmpd="sng" algn="ctr">
                      <a:noFill/>
                    </a:lnR>
                    <a:lnT w="0" cap="flat" cmpd="sng" algn="ctr">
                      <a:noFill/>
                    </a:lnT>
                    <a:lnB w="6350" cap="flat" cmpd="sng" algn="ctr">
                      <a:solidFill>
                        <a:srgbClr val="DFDEDB"/>
                      </a:solidFill>
                      <a:prstDash val="solid"/>
                      <a:round/>
                      <a:headEnd type="none" w="med" len="med"/>
                      <a:tailEnd type="none" w="med" len="med"/>
                    </a:lnB>
                    <a:solidFill>
                      <a:srgbClr val="15233F"/>
                    </a:solidFill>
                  </a:tcPr>
                </a:tc>
                <a:tc>
                  <a:txBody>
                    <a:bodyPr/>
                    <a:lstStyle/>
                    <a:p>
                      <a:pPr indent="0" marL="0">
                        <a:lnSpc>
                          <a:spcPts val="1920"/>
                        </a:lnSpc>
                        <a:buNone/>
                      </a:pPr>
                      <a:r>
                        <a:rPr lang="en-US" sz="1600" b="1" dirty="0">
                          <a:solidFill>
                            <a:srgbClr val="A8E0C4"/>
                          </a:solidFill>
                          <a:latin typeface="Arial" pitchFamily="34" charset="0"/>
                          <a:ea typeface="Arial" pitchFamily="34" charset="-122"/>
                          <a:cs typeface="Arial" pitchFamily="34" charset="-120"/>
                        </a:rPr>
                        <a:t>Right</a:t>
                      </a:r>
                      <a:endParaRPr lang="en-US" sz="1600" dirty="0">
                        <a:latin typeface="Arial" charset="0"/>
                        <a:ea typeface="Arial" charset="0"/>
                        <a:cs typeface="Arial" charset="0"/>
                      </a:endParaRPr>
                    </a:p>
                  </a:txBody>
                  <a:tcPr marL="121920" marR="121920" marT="71120" marB="71120" anchor="ctr">
                    <a:lnL w="0" cap="flat" cmpd="sng" algn="ctr">
                      <a:noFill/>
                    </a:lnL>
                    <a:lnR w="0" cap="flat" cmpd="sng" algn="ctr">
                      <a:noFill/>
                    </a:lnR>
                    <a:lnT w="0" cap="flat" cmpd="sng" algn="ctr">
                      <a:noFill/>
                    </a:lnT>
                    <a:lnB w="6350" cap="flat" cmpd="sng" algn="ctr">
                      <a:solidFill>
                        <a:srgbClr val="DFDEDB"/>
                      </a:solidFill>
                      <a:prstDash val="solid"/>
                      <a:round/>
                      <a:headEnd type="none" w="med" len="med"/>
                      <a:tailEnd type="none" w="med" len="med"/>
                    </a:lnB>
                    <a:solidFill>
                      <a:srgbClr val="15233F"/>
                    </a:solidFill>
                  </a:tcPr>
                </a:tc>
              </a:tr>
              <a:tr h="383408">
                <a:tc>
                  <a:txBody>
                    <a:bodyPr/>
                    <a:lstStyle/>
                    <a:p>
                      <a:pPr indent="0" marL="0">
                        <a:lnSpc>
                          <a:spcPts val="1920"/>
                        </a:lnSpc>
                        <a:buNone/>
                      </a:pPr>
                      <a:r>
                        <a:rPr lang="en-US" sz="1600" dirty="0">
                          <a:solidFill>
                            <a:srgbClr val="A33A3A"/>
                          </a:solidFill>
                          <a:latin typeface="Arial" pitchFamily="34" charset="0"/>
                          <a:ea typeface="Arial" pitchFamily="34" charset="-122"/>
                          <a:cs typeface="Arial" pitchFamily="34" charset="-120"/>
                        </a:rPr>
                        <a:t>a books</a:t>
                      </a:r>
                      <a:endParaRPr lang="en-US" sz="1600" dirty="0">
                        <a:latin typeface="Arial" charset="0"/>
                        <a:ea typeface="Arial" charset="0"/>
                        <a:cs typeface="Arial" charset="0"/>
                      </a:endParaRPr>
                    </a:p>
                  </a:txBody>
                  <a:tcPr marL="121920" marR="121920" marT="71120" marB="71120" anchor="ctr">
                    <a:lnL w="0" cap="flat" cmpd="sng" algn="ctr">
                      <a:noFill/>
                    </a:lnL>
                    <a:lnR w="0" cap="flat" cmpd="sng" algn="ctr">
                      <a:noFill/>
                    </a:lnR>
                    <a:lnT w="0" cap="flat" cmpd="sng" algn="ctr">
                      <a:noFill/>
                    </a:lnT>
                    <a:lnB w="6350" cap="flat" cmpd="sng" algn="ctr">
                      <a:solidFill>
                        <a:srgbClr val="DFDEDB"/>
                      </a:solidFill>
                      <a:prstDash val="solid"/>
                      <a:round/>
                      <a:headEnd type="none" w="med" len="med"/>
                      <a:tailEnd type="none" w="med" len="med"/>
                    </a:lnB>
                    <a:solidFill>
                      <a:srgbClr val="FFFDF9"/>
                    </a:solidFill>
                  </a:tcPr>
                </a:tc>
                <a:tc>
                  <a:txBody>
                    <a:bodyPr/>
                    <a:lstStyle/>
                    <a:p>
                      <a:pPr indent="0" marL="0">
                        <a:lnSpc>
                          <a:spcPts val="1920"/>
                        </a:lnSpc>
                        <a:buNone/>
                      </a:pPr>
                      <a:r>
                        <a:rPr lang="en-US" sz="1600" dirty="0">
                          <a:solidFill>
                            <a:srgbClr val="1F6B4A"/>
                          </a:solidFill>
                          <a:latin typeface="Arial" pitchFamily="34" charset="0"/>
                          <a:ea typeface="Arial" pitchFamily="34" charset="-122"/>
                          <a:cs typeface="Arial" pitchFamily="34" charset="-120"/>
                        </a:rPr>
                        <a:t>books / some books</a:t>
                      </a:r>
                      <a:endParaRPr lang="en-US" sz="1600" dirty="0">
                        <a:latin typeface="Arial" charset="0"/>
                        <a:ea typeface="Arial" charset="0"/>
                        <a:cs typeface="Arial" charset="0"/>
                      </a:endParaRPr>
                    </a:p>
                  </a:txBody>
                  <a:tcPr marL="121920" marR="121920" marT="71120" marB="71120" anchor="ctr">
                    <a:lnL w="0" cap="flat" cmpd="sng" algn="ctr">
                      <a:noFill/>
                    </a:lnL>
                    <a:lnR w="0" cap="flat" cmpd="sng" algn="ctr">
                      <a:noFill/>
                    </a:lnR>
                    <a:lnT w="0" cap="flat" cmpd="sng" algn="ctr">
                      <a:noFill/>
                    </a:lnT>
                    <a:lnB w="6350" cap="flat" cmpd="sng" algn="ctr">
                      <a:solidFill>
                        <a:srgbClr val="DFDEDB"/>
                      </a:solidFill>
                      <a:prstDash val="solid"/>
                      <a:round/>
                      <a:headEnd type="none" w="med" len="med"/>
                      <a:tailEnd type="none" w="med" len="med"/>
                    </a:lnB>
                    <a:solidFill>
                      <a:srgbClr val="FFFDF9"/>
                    </a:solidFill>
                  </a:tcPr>
                </a:tc>
              </a:tr>
              <a:tr h="383408">
                <a:tc>
                  <a:txBody>
                    <a:bodyPr/>
                    <a:lstStyle/>
                    <a:p>
                      <a:pPr indent="0" marL="0">
                        <a:lnSpc>
                          <a:spcPts val="1920"/>
                        </a:lnSpc>
                        <a:buNone/>
                      </a:pPr>
                      <a:r>
                        <a:rPr lang="en-US" sz="1600" dirty="0">
                          <a:solidFill>
                            <a:srgbClr val="A33A3A"/>
                          </a:solidFill>
                          <a:latin typeface="Arial" pitchFamily="34" charset="0"/>
                          <a:ea typeface="Arial" pitchFamily="34" charset="-122"/>
                          <a:cs typeface="Arial" pitchFamily="34" charset="-120"/>
                        </a:rPr>
                        <a:t>a water</a:t>
                      </a:r>
                      <a:endParaRPr lang="en-US" sz="1600" dirty="0">
                        <a:latin typeface="Arial" charset="0"/>
                        <a:ea typeface="Arial" charset="0"/>
                        <a:cs typeface="Arial" charset="0"/>
                      </a:endParaRPr>
                    </a:p>
                  </a:txBody>
                  <a:tcPr marL="121920" marR="121920" marT="71120" marB="71120" anchor="ctr">
                    <a:lnL w="0" cap="flat" cmpd="sng" algn="ctr">
                      <a:noFill/>
                    </a:lnL>
                    <a:lnR w="0" cap="flat" cmpd="sng" algn="ctr">
                      <a:noFill/>
                    </a:lnR>
                    <a:lnT w="0" cap="flat" cmpd="sng" algn="ctr">
                      <a:noFill/>
                    </a:lnT>
                    <a:lnB w="6350" cap="flat" cmpd="sng" algn="ctr">
                      <a:solidFill>
                        <a:srgbClr val="DFDEDB"/>
                      </a:solidFill>
                      <a:prstDash val="solid"/>
                      <a:round/>
                      <a:headEnd type="none" w="med" len="med"/>
                      <a:tailEnd type="none" w="med" len="med"/>
                    </a:lnB>
                    <a:solidFill>
                      <a:srgbClr val="F3EEE4"/>
                    </a:solidFill>
                  </a:tcPr>
                </a:tc>
                <a:tc>
                  <a:txBody>
                    <a:bodyPr/>
                    <a:lstStyle/>
                    <a:p>
                      <a:pPr indent="0" marL="0">
                        <a:lnSpc>
                          <a:spcPts val="1920"/>
                        </a:lnSpc>
                        <a:buNone/>
                      </a:pPr>
                      <a:r>
                        <a:rPr lang="en-US" sz="1600" dirty="0">
                          <a:solidFill>
                            <a:srgbClr val="1F6B4A"/>
                          </a:solidFill>
                          <a:latin typeface="Arial" pitchFamily="34" charset="0"/>
                          <a:ea typeface="Arial" pitchFamily="34" charset="-122"/>
                          <a:cs typeface="Arial" pitchFamily="34" charset="-120"/>
                        </a:rPr>
                        <a:t>water / a glass of water</a:t>
                      </a:r>
                      <a:endParaRPr lang="en-US" sz="1600" dirty="0">
                        <a:latin typeface="Arial" charset="0"/>
                        <a:ea typeface="Arial" charset="0"/>
                        <a:cs typeface="Arial" charset="0"/>
                      </a:endParaRPr>
                    </a:p>
                  </a:txBody>
                  <a:tcPr marL="121920" marR="121920" marT="71120" marB="71120" anchor="ctr">
                    <a:lnL w="0" cap="flat" cmpd="sng" algn="ctr">
                      <a:noFill/>
                    </a:lnL>
                    <a:lnR w="0" cap="flat" cmpd="sng" algn="ctr">
                      <a:noFill/>
                    </a:lnR>
                    <a:lnT w="0" cap="flat" cmpd="sng" algn="ctr">
                      <a:noFill/>
                    </a:lnT>
                    <a:lnB w="6350" cap="flat" cmpd="sng" algn="ctr">
                      <a:solidFill>
                        <a:srgbClr val="DFDEDB"/>
                      </a:solidFill>
                      <a:prstDash val="solid"/>
                      <a:round/>
                      <a:headEnd type="none" w="med" len="med"/>
                      <a:tailEnd type="none" w="med" len="med"/>
                    </a:lnB>
                    <a:solidFill>
                      <a:srgbClr val="F3EEE4"/>
                    </a:solidFill>
                  </a:tcPr>
                </a:tc>
              </a:tr>
              <a:tr h="383408">
                <a:tc>
                  <a:txBody>
                    <a:bodyPr/>
                    <a:lstStyle/>
                    <a:p>
                      <a:pPr indent="0" marL="0">
                        <a:lnSpc>
                          <a:spcPts val="1920"/>
                        </a:lnSpc>
                        <a:buNone/>
                      </a:pPr>
                      <a:r>
                        <a:rPr lang="en-US" sz="1600" dirty="0">
                          <a:solidFill>
                            <a:srgbClr val="A33A3A"/>
                          </a:solidFill>
                          <a:latin typeface="Arial" pitchFamily="34" charset="0"/>
                          <a:ea typeface="Arial" pitchFamily="34" charset="-122"/>
                          <a:cs typeface="Arial" pitchFamily="34" charset="-120"/>
                        </a:rPr>
                        <a:t>an advice</a:t>
                      </a:r>
                      <a:endParaRPr lang="en-US" sz="1600" dirty="0">
                        <a:latin typeface="Arial" charset="0"/>
                        <a:ea typeface="Arial" charset="0"/>
                        <a:cs typeface="Arial" charset="0"/>
                      </a:endParaRPr>
                    </a:p>
                  </a:txBody>
                  <a:tcPr marL="121920" marR="121920" marT="71120" marB="71120" anchor="ctr">
                    <a:lnL w="0" cap="flat" cmpd="sng" algn="ctr">
                      <a:noFill/>
                    </a:lnL>
                    <a:lnR w="0" cap="flat" cmpd="sng" algn="ctr">
                      <a:noFill/>
                    </a:lnR>
                    <a:lnT w="0" cap="flat" cmpd="sng" algn="ctr">
                      <a:noFill/>
                    </a:lnT>
                    <a:lnB w="6350" cap="flat" cmpd="sng" algn="ctr">
                      <a:solidFill>
                        <a:srgbClr val="DFDEDB"/>
                      </a:solidFill>
                      <a:prstDash val="solid"/>
                      <a:round/>
                      <a:headEnd type="none" w="med" len="med"/>
                      <a:tailEnd type="none" w="med" len="med"/>
                    </a:lnB>
                    <a:solidFill>
                      <a:srgbClr val="FFFDF9"/>
                    </a:solidFill>
                  </a:tcPr>
                </a:tc>
                <a:tc>
                  <a:txBody>
                    <a:bodyPr/>
                    <a:lstStyle/>
                    <a:p>
                      <a:pPr indent="0" marL="0">
                        <a:lnSpc>
                          <a:spcPts val="1920"/>
                        </a:lnSpc>
                        <a:buNone/>
                      </a:pPr>
                      <a:r>
                        <a:rPr lang="en-US" sz="1600" dirty="0">
                          <a:solidFill>
                            <a:srgbClr val="1F6B4A"/>
                          </a:solidFill>
                          <a:latin typeface="Arial" pitchFamily="34" charset="0"/>
                          <a:ea typeface="Arial" pitchFamily="34" charset="-122"/>
                          <a:cs typeface="Arial" pitchFamily="34" charset="-120"/>
                        </a:rPr>
                        <a:t>some advice / a piece of advice</a:t>
                      </a:r>
                      <a:endParaRPr lang="en-US" sz="1600" dirty="0">
                        <a:latin typeface="Arial" charset="0"/>
                        <a:ea typeface="Arial" charset="0"/>
                        <a:cs typeface="Arial" charset="0"/>
                      </a:endParaRPr>
                    </a:p>
                  </a:txBody>
                  <a:tcPr marL="121920" marR="121920" marT="71120" marB="71120" anchor="ctr">
                    <a:lnL w="0" cap="flat" cmpd="sng" algn="ctr">
                      <a:noFill/>
                    </a:lnL>
                    <a:lnR w="0" cap="flat" cmpd="sng" algn="ctr">
                      <a:noFill/>
                    </a:lnR>
                    <a:lnT w="0" cap="flat" cmpd="sng" algn="ctr">
                      <a:noFill/>
                    </a:lnT>
                    <a:lnB w="6350" cap="flat" cmpd="sng" algn="ctr">
                      <a:solidFill>
                        <a:srgbClr val="DFDEDB"/>
                      </a:solidFill>
                      <a:prstDash val="solid"/>
                      <a:round/>
                      <a:headEnd type="none" w="med" len="med"/>
                      <a:tailEnd type="none" w="med" len="med"/>
                    </a:lnB>
                    <a:solidFill>
                      <a:srgbClr val="FFFDF9"/>
                    </a:solidFill>
                  </a:tcPr>
                </a:tc>
              </a:tr>
              <a:tr h="383408">
                <a:tc>
                  <a:txBody>
                    <a:bodyPr/>
                    <a:lstStyle/>
                    <a:p>
                      <a:pPr indent="0" marL="0">
                        <a:lnSpc>
                          <a:spcPts val="1920"/>
                        </a:lnSpc>
                        <a:buNone/>
                      </a:pPr>
                      <a:r>
                        <a:rPr lang="en-US" sz="1600" dirty="0">
                          <a:solidFill>
                            <a:srgbClr val="A33A3A"/>
                          </a:solidFill>
                          <a:latin typeface="Arial" pitchFamily="34" charset="0"/>
                          <a:ea typeface="Arial" pitchFamily="34" charset="-122"/>
                          <a:cs typeface="Arial" pitchFamily="34" charset="-120"/>
                        </a:rPr>
                        <a:t>an information</a:t>
                      </a:r>
                      <a:endParaRPr lang="en-US" sz="1600" dirty="0">
                        <a:latin typeface="Arial" charset="0"/>
                        <a:ea typeface="Arial" charset="0"/>
                        <a:cs typeface="Arial" charset="0"/>
                      </a:endParaRPr>
                    </a:p>
                  </a:txBody>
                  <a:tcPr marL="121920" marR="121920" marT="71120" marB="71120" anchor="ctr">
                    <a:lnL w="0" cap="flat" cmpd="sng" algn="ctr">
                      <a:noFill/>
                    </a:lnL>
                    <a:lnR w="0" cap="flat" cmpd="sng" algn="ctr">
                      <a:noFill/>
                    </a:lnR>
                    <a:lnT w="0" cap="flat" cmpd="sng" algn="ctr">
                      <a:noFill/>
                    </a:lnT>
                    <a:lnB w="6350" cap="flat" cmpd="sng" algn="ctr">
                      <a:solidFill>
                        <a:srgbClr val="DFDEDB"/>
                      </a:solidFill>
                      <a:prstDash val="solid"/>
                      <a:round/>
                      <a:headEnd type="none" w="med" len="med"/>
                      <a:tailEnd type="none" w="med" len="med"/>
                    </a:lnB>
                    <a:solidFill>
                      <a:srgbClr val="F3EEE4"/>
                    </a:solidFill>
                  </a:tcPr>
                </a:tc>
                <a:tc>
                  <a:txBody>
                    <a:bodyPr/>
                    <a:lstStyle/>
                    <a:p>
                      <a:pPr indent="0" marL="0">
                        <a:lnSpc>
                          <a:spcPts val="1920"/>
                        </a:lnSpc>
                        <a:buNone/>
                      </a:pPr>
                      <a:r>
                        <a:rPr lang="en-US" sz="1600" dirty="0">
                          <a:solidFill>
                            <a:srgbClr val="1F6B4A"/>
                          </a:solidFill>
                          <a:latin typeface="Arial" pitchFamily="34" charset="0"/>
                          <a:ea typeface="Arial" pitchFamily="34" charset="-122"/>
                          <a:cs typeface="Arial" pitchFamily="34" charset="-120"/>
                        </a:rPr>
                        <a:t>some information</a:t>
                      </a:r>
                      <a:endParaRPr lang="en-US" sz="1600" dirty="0">
                        <a:latin typeface="Arial" charset="0"/>
                        <a:ea typeface="Arial" charset="0"/>
                        <a:cs typeface="Arial" charset="0"/>
                      </a:endParaRPr>
                    </a:p>
                  </a:txBody>
                  <a:tcPr marL="121920" marR="121920" marT="71120" marB="71120" anchor="ctr">
                    <a:lnL w="0" cap="flat" cmpd="sng" algn="ctr">
                      <a:noFill/>
                    </a:lnL>
                    <a:lnR w="0" cap="flat" cmpd="sng" algn="ctr">
                      <a:noFill/>
                    </a:lnR>
                    <a:lnT w="0" cap="flat" cmpd="sng" algn="ctr">
                      <a:noFill/>
                    </a:lnT>
                    <a:lnB w="6350" cap="flat" cmpd="sng" algn="ctr">
                      <a:solidFill>
                        <a:srgbClr val="DFDEDB"/>
                      </a:solidFill>
                      <a:prstDash val="solid"/>
                      <a:round/>
                      <a:headEnd type="none" w="med" len="med"/>
                      <a:tailEnd type="none" w="med" len="med"/>
                    </a:lnB>
                    <a:solidFill>
                      <a:srgbClr val="F3EEE4"/>
                    </a:solidFill>
                  </a:tcPr>
                </a:tc>
              </a:tr>
              <a:tr h="383408">
                <a:tc>
                  <a:txBody>
                    <a:bodyPr/>
                    <a:lstStyle/>
                    <a:p>
                      <a:pPr indent="0" marL="0">
                        <a:lnSpc>
                          <a:spcPts val="1920"/>
                        </a:lnSpc>
                        <a:buNone/>
                      </a:pPr>
                      <a:r>
                        <a:rPr lang="en-US" sz="1600" dirty="0">
                          <a:solidFill>
                            <a:srgbClr val="A33A3A"/>
                          </a:solidFill>
                          <a:latin typeface="Arial" pitchFamily="34" charset="0"/>
                          <a:ea typeface="Arial" pitchFamily="34" charset="-122"/>
                          <a:cs typeface="Arial" pitchFamily="34" charset="-120"/>
                        </a:rPr>
                        <a:t>a homework</a:t>
                      </a:r>
                      <a:endParaRPr lang="en-US" sz="1600" dirty="0">
                        <a:latin typeface="Arial" charset="0"/>
                        <a:ea typeface="Arial" charset="0"/>
                        <a:cs typeface="Arial" charset="0"/>
                      </a:endParaRPr>
                    </a:p>
                  </a:txBody>
                  <a:tcPr marL="121920" marR="121920" marT="71120" marB="71120" anchor="ctr">
                    <a:lnL w="0" cap="flat" cmpd="sng" algn="ctr">
                      <a:noFill/>
                    </a:lnL>
                    <a:lnR w="0" cap="flat" cmpd="sng" algn="ctr">
                      <a:noFill/>
                    </a:lnR>
                    <a:lnT w="0" cap="flat" cmpd="sng" algn="ctr">
                      <a:noFill/>
                    </a:lnT>
                    <a:lnB w="6350" cap="flat" cmpd="sng" algn="ctr">
                      <a:solidFill>
                        <a:srgbClr val="DFDEDB"/>
                      </a:solidFill>
                      <a:prstDash val="solid"/>
                      <a:round/>
                      <a:headEnd type="none" w="med" len="med"/>
                      <a:tailEnd type="none" w="med" len="med"/>
                    </a:lnB>
                    <a:solidFill>
                      <a:srgbClr val="FFFDF9"/>
                    </a:solidFill>
                  </a:tcPr>
                </a:tc>
                <a:tc>
                  <a:txBody>
                    <a:bodyPr/>
                    <a:lstStyle/>
                    <a:p>
                      <a:pPr indent="0" marL="0">
                        <a:lnSpc>
                          <a:spcPts val="1920"/>
                        </a:lnSpc>
                        <a:buNone/>
                      </a:pPr>
                      <a:r>
                        <a:rPr lang="en-US" sz="1600" dirty="0">
                          <a:solidFill>
                            <a:srgbClr val="1F6B4A"/>
                          </a:solidFill>
                          <a:latin typeface="Arial" pitchFamily="34" charset="0"/>
                          <a:ea typeface="Arial" pitchFamily="34" charset="-122"/>
                          <a:cs typeface="Arial" pitchFamily="34" charset="-120"/>
                        </a:rPr>
                        <a:t>some homework</a:t>
                      </a:r>
                      <a:endParaRPr lang="en-US" sz="1600" dirty="0">
                        <a:latin typeface="Arial" charset="0"/>
                        <a:ea typeface="Arial" charset="0"/>
                        <a:cs typeface="Arial" charset="0"/>
                      </a:endParaRPr>
                    </a:p>
                  </a:txBody>
                  <a:tcPr marL="121920" marR="121920" marT="71120" marB="71120" anchor="ctr">
                    <a:lnL w="0" cap="flat" cmpd="sng" algn="ctr">
                      <a:noFill/>
                    </a:lnL>
                    <a:lnR w="0" cap="flat" cmpd="sng" algn="ctr">
                      <a:noFill/>
                    </a:lnR>
                    <a:lnT w="0" cap="flat" cmpd="sng" algn="ctr">
                      <a:noFill/>
                    </a:lnT>
                    <a:lnB w="6350" cap="flat" cmpd="sng" algn="ctr">
                      <a:solidFill>
                        <a:srgbClr val="DFDEDB"/>
                      </a:solidFill>
                      <a:prstDash val="solid"/>
                      <a:round/>
                      <a:headEnd type="none" w="med" len="med"/>
                      <a:tailEnd type="none" w="med" len="med"/>
                    </a:lnB>
                    <a:solidFill>
                      <a:srgbClr val="FFFDF9"/>
                    </a:solidFill>
                  </a:tcPr>
                </a:tc>
              </a:tr>
              <a:tr h="377007">
                <a:tc>
                  <a:txBody>
                    <a:bodyPr/>
                    <a:lstStyle/>
                    <a:p>
                      <a:pPr indent="0" marL="0">
                        <a:lnSpc>
                          <a:spcPts val="1920"/>
                        </a:lnSpc>
                        <a:buNone/>
                      </a:pPr>
                      <a:r>
                        <a:rPr lang="en-US" sz="1600" dirty="0">
                          <a:solidFill>
                            <a:srgbClr val="A33A3A"/>
                          </a:solidFill>
                          <a:latin typeface="Arial" pitchFamily="34" charset="0"/>
                          <a:ea typeface="Arial" pitchFamily="34" charset="-122"/>
                          <a:cs typeface="Arial" pitchFamily="34" charset="-120"/>
                        </a:rPr>
                        <a:t>a good news</a:t>
                      </a:r>
                      <a:endParaRPr lang="en-US" sz="1600" dirty="0">
                        <a:latin typeface="Arial" charset="0"/>
                        <a:ea typeface="Arial" charset="0"/>
                        <a:cs typeface="Arial" charset="0"/>
                      </a:endParaRPr>
                    </a:p>
                  </a:txBody>
                  <a:tcPr marL="121920" marR="121920" marT="71120" marB="71120" anchor="ctr">
                    <a:lnL w="0" cap="flat" cmpd="sng" algn="ctr">
                      <a:noFill/>
                    </a:lnL>
                    <a:lnR w="0" cap="flat" cmpd="sng" algn="ctr">
                      <a:noFill/>
                    </a:lnR>
                    <a:lnT w="0" cap="flat" cmpd="sng" algn="ctr">
                      <a:noFill/>
                    </a:lnT>
                    <a:lnB w="0" cap="flat" cmpd="sng" algn="ctr">
                      <a:noFill/>
                    </a:lnB>
                    <a:solidFill>
                      <a:srgbClr val="F3EEE4"/>
                    </a:solidFill>
                  </a:tcPr>
                </a:tc>
                <a:tc>
                  <a:txBody>
                    <a:bodyPr/>
                    <a:lstStyle/>
                    <a:p>
                      <a:pPr indent="0" marL="0">
                        <a:lnSpc>
                          <a:spcPts val="1920"/>
                        </a:lnSpc>
                        <a:buNone/>
                      </a:pPr>
                      <a:r>
                        <a:rPr lang="en-US" sz="1600" dirty="0">
                          <a:solidFill>
                            <a:srgbClr val="1F6B4A"/>
                          </a:solidFill>
                          <a:latin typeface="Arial" pitchFamily="34" charset="0"/>
                          <a:ea typeface="Arial" pitchFamily="34" charset="-122"/>
                          <a:cs typeface="Arial" pitchFamily="34" charset="-120"/>
                        </a:rPr>
                        <a:t>good news / some good news</a:t>
                      </a:r>
                      <a:endParaRPr lang="en-US" sz="1600" dirty="0">
                        <a:latin typeface="Arial" charset="0"/>
                        <a:ea typeface="Arial" charset="0"/>
                        <a:cs typeface="Arial" charset="0"/>
                      </a:endParaRPr>
                    </a:p>
                  </a:txBody>
                  <a:tcPr marL="121920" marR="121920" marT="71120" marB="71120" anchor="ctr">
                    <a:lnL w="0" cap="flat" cmpd="sng" algn="ctr">
                      <a:noFill/>
                    </a:lnL>
                    <a:lnR w="0" cap="flat" cmpd="sng" algn="ctr">
                      <a:noFill/>
                    </a:lnR>
                    <a:lnT w="0" cap="flat" cmpd="sng" algn="ctr">
                      <a:noFill/>
                    </a:lnT>
                    <a:lnB w="0" cap="flat" cmpd="sng" algn="ctr">
                      <a:noFill/>
                    </a:lnB>
                    <a:solidFill>
                      <a:srgbClr val="F3EEE4"/>
                    </a:solidFill>
                  </a:tcPr>
                </a:tc>
              </a:tr>
            </a:tbl>
          </a:graphicData>
        </a:graphic>
      </p:graphicFrame>
      <p:sp>
        <p:nvSpPr>
          <p:cNvPr id="11" name="Shape 8"/>
          <p:cNvSpPr/>
          <p:nvPr/>
        </p:nvSpPr>
        <p:spPr>
          <a:xfrm>
            <a:off x="4978359" y="1803288"/>
            <a:ext cx="6400800" cy="2702692"/>
          </a:xfrm>
          <a:prstGeom prst="rect">
            <a:avLst/>
          </a:prstGeom>
          <a:ln w="12700">
            <a:solidFill>
              <a:srgbClr val="E6DFD0"/>
            </a:solidFill>
            <a:prstDash val="solid"/>
          </a:ln>
        </p:spPr>
      </p:sp>
      <p:sp>
        <p:nvSpPr>
          <p:cNvPr id="12" name="Text 9"/>
          <p:cNvSpPr txBox="1"/>
          <p:nvPr/>
        </p:nvSpPr>
        <p:spPr>
          <a:xfrm>
            <a:off x="812810" y="6223041"/>
            <a:ext cx="7810530" cy="228600"/>
          </a:xfrm>
          <a:prstGeom prst="rect">
            <a:avLst/>
          </a:prstGeom>
          <a:noFill/>
          <a:ln/>
        </p:spPr>
        <p:txBody>
          <a:bodyPr wrap="square" lIns="0" tIns="0" rIns="0" bIns="0" rtlCol="0" anchor="t"/>
          <a:lstStyle/>
          <a:p>
            <a:pPr algn="l" indent="0" marL="0">
              <a:lnSpc>
                <a:spcPts val="1680"/>
              </a:lnSpc>
              <a:buNone/>
            </a:pPr>
            <a:r>
              <a:rPr lang="en-US" sz="1200" dirty="0">
                <a:solidFill>
                  <a:srgbClr val="636B78"/>
                </a:solidFill>
                <a:latin typeface="Arial" pitchFamily="34" charset="0"/>
                <a:ea typeface="Arial" pitchFamily="34" charset="-122"/>
                <a:cs typeface="Arial" pitchFamily="34" charset="-120"/>
              </a:rPr>
              <a:t>English Articles · A, An &amp; The</a:t>
            </a:r>
            <a:endParaRPr lang="en-US" sz="1200" dirty="0"/>
          </a:p>
        </p:txBody>
      </p:sp>
      <p:sp>
        <p:nvSpPr>
          <p:cNvPr id="13" name="Text 10"/>
          <p:cNvSpPr txBox="1"/>
          <p:nvPr/>
        </p:nvSpPr>
        <p:spPr>
          <a:xfrm>
            <a:off x="10045690" y="6223041"/>
            <a:ext cx="1333470" cy="228600"/>
          </a:xfrm>
          <a:prstGeom prst="rect">
            <a:avLst/>
          </a:prstGeom>
          <a:noFill/>
          <a:ln/>
        </p:spPr>
        <p:txBody>
          <a:bodyPr wrap="square" lIns="0" tIns="0" rIns="0" bIns="0" rtlCol="0" anchor="t"/>
          <a:lstStyle/>
          <a:p>
            <a:pPr algn="r" indent="0" marL="0">
              <a:lnSpc>
                <a:spcPts val="1680"/>
              </a:lnSpc>
              <a:buNone/>
            </a:pPr>
            <a:r>
              <a:rPr lang="en-US" sz="1200" dirty="0">
                <a:solidFill>
                  <a:srgbClr val="636B78"/>
                </a:solidFill>
                <a:latin typeface="Arial" pitchFamily="34" charset="0"/>
                <a:ea typeface="Arial" pitchFamily="34" charset="-122"/>
                <a:cs typeface="Arial" pitchFamily="34" charset="-120"/>
              </a:rPr>
              <a:t>09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7F0"/>
        </a:solidFill>
      </p:bgPr>
    </p:bg>
    <p:spTree>
      <p:nvGrpSpPr>
        <p:cNvPr id="1" name=""/>
        <p:cNvGrpSpPr/>
        <p:nvPr/>
      </p:nvGrpSpPr>
      <p:grpSpPr>
        <a:xfrm>
          <a:off x="0" y="0"/>
          <a:ext cx="0" cy="0"/>
          <a:chOff x="0" y="0"/>
          <a:chExt cx="0" cy="0"/>
        </a:xfrm>
      </p:grpSpPr>
      <p:sp>
        <p:nvSpPr>
          <p:cNvPr id="2" name="Text 0"/>
          <p:cNvSpPr txBox="1"/>
          <p:nvPr/>
        </p:nvSpPr>
        <p:spPr>
          <a:xfrm>
            <a:off x="812810" y="797540"/>
            <a:ext cx="10815798" cy="228600"/>
          </a:xfrm>
          <a:prstGeom prst="rect">
            <a:avLst/>
          </a:prstGeom>
          <a:noFill/>
          <a:ln/>
        </p:spPr>
        <p:txBody>
          <a:bodyPr wrap="square" lIns="0" tIns="0" rIns="0" bIns="0" rtlCol="0" anchor="t"/>
          <a:lstStyle/>
          <a:p>
            <a:pPr algn="l" indent="0" marL="0">
              <a:lnSpc>
                <a:spcPts val="1680"/>
              </a:lnSpc>
              <a:buNone/>
            </a:pPr>
            <a:r>
              <a:rPr lang="en-US" sz="1200" b="1" spc="150" kern="0" dirty="0">
                <a:solidFill>
                  <a:srgbClr val="636B78"/>
                </a:solidFill>
                <a:latin typeface="Arial" pitchFamily="34" charset="0"/>
                <a:ea typeface="Arial" pitchFamily="34" charset="-122"/>
                <a:cs typeface="Arial" pitchFamily="34" charset="-120"/>
              </a:rPr>
              <a:t>04 · USING THE</a:t>
            </a:r>
            <a:endParaRPr lang="en-US" sz="1200" dirty="0"/>
          </a:p>
        </p:txBody>
      </p:sp>
      <p:sp>
        <p:nvSpPr>
          <p:cNvPr id="3" name="Text 1"/>
          <p:cNvSpPr txBox="1"/>
          <p:nvPr/>
        </p:nvSpPr>
        <p:spPr>
          <a:xfrm>
            <a:off x="812810" y="1102309"/>
            <a:ext cx="10815798" cy="446959"/>
          </a:xfrm>
          <a:prstGeom prst="rect">
            <a:avLst/>
          </a:prstGeom>
          <a:noFill/>
          <a:ln/>
        </p:spPr>
        <p:txBody>
          <a:bodyPr wrap="square" lIns="0" tIns="0" rIns="0" bIns="0" rtlCol="0" anchor="t"/>
          <a:lstStyle/>
          <a:p>
            <a:pPr algn="l" indent="0" marL="0">
              <a:lnSpc>
                <a:spcPts val="3520"/>
              </a:lnSpc>
              <a:buNone/>
            </a:pPr>
            <a:r>
              <a:rPr lang="en-US" sz="3200" b="1" dirty="0">
                <a:solidFill>
                  <a:srgbClr val="15233F"/>
                </a:solidFill>
                <a:latin typeface="Arial" pitchFamily="34" charset="0"/>
                <a:ea typeface="Arial" pitchFamily="34" charset="-122"/>
                <a:cs typeface="Arial" pitchFamily="34" charset="-120"/>
              </a:rPr>
              <a:t>When to use the</a:t>
            </a:r>
            <a:endParaRPr lang="en-US" sz="3200" dirty="0"/>
          </a:p>
        </p:txBody>
      </p:sp>
      <p:sp>
        <p:nvSpPr>
          <p:cNvPr id="4" name="Shape 2"/>
          <p:cNvSpPr/>
          <p:nvPr/>
        </p:nvSpPr>
        <p:spPr>
          <a:xfrm>
            <a:off x="812810" y="1803288"/>
            <a:ext cx="3386663" cy="1660916"/>
          </a:xfrm>
          <a:prstGeom prst="roundRect">
            <a:avLst>
              <a:gd name="adj" fmla="val 6116"/>
            </a:avLst>
          </a:prstGeom>
          <a:solidFill>
            <a:srgbClr val="FFFDF9"/>
          </a:solidFill>
          <a:ln w="12700">
            <a:solidFill>
              <a:srgbClr val="E6DFD0"/>
            </a:solidFill>
            <a:prstDash val="solid"/>
          </a:ln>
        </p:spPr>
      </p:sp>
      <p:sp>
        <p:nvSpPr>
          <p:cNvPr id="5" name="Text 3"/>
          <p:cNvSpPr txBox="1"/>
          <p:nvPr/>
        </p:nvSpPr>
        <p:spPr>
          <a:xfrm>
            <a:off x="1054120" y="2034449"/>
            <a:ext cx="3000238" cy="274320"/>
          </a:xfrm>
          <a:prstGeom prst="rect">
            <a:avLst/>
          </a:prstGeom>
          <a:noFill/>
          <a:ln/>
        </p:spPr>
        <p:txBody>
          <a:bodyPr wrap="square" lIns="0" tIns="0" rIns="0" bIns="0" rtlCol="0" anchor="t"/>
          <a:lstStyle/>
          <a:p>
            <a:pPr algn="l" indent="0" marL="0">
              <a:lnSpc>
                <a:spcPts val="2080"/>
              </a:lnSpc>
              <a:buNone/>
            </a:pPr>
            <a:r>
              <a:rPr lang="en-US" sz="1600" b="1" dirty="0">
                <a:solidFill>
                  <a:srgbClr val="A2470F"/>
                </a:solidFill>
                <a:latin typeface="Arial" pitchFamily="34" charset="0"/>
                <a:ea typeface="Arial" pitchFamily="34" charset="-122"/>
                <a:cs typeface="Arial" pitchFamily="34" charset="-120"/>
              </a:rPr>
              <a:t>1</a:t>
            </a:r>
            <a:pPr algn="l" indent="0" marL="0">
              <a:lnSpc>
                <a:spcPts val="2080"/>
              </a:lnSpc>
              <a:buNone/>
            </a:pPr>
            <a:r>
              <a:rPr lang="en-US" sz="1600" b="1" dirty="0">
                <a:solidFill>
                  <a:srgbClr val="15233F"/>
                </a:solidFill>
                <a:latin typeface="Arial" pitchFamily="34" charset="0"/>
                <a:ea typeface="Arial" pitchFamily="34" charset="-122"/>
                <a:cs typeface="Arial" pitchFamily="34" charset="-120"/>
              </a:rPr>
              <a:t> Second mention</a:t>
            </a:r>
            <a:endParaRPr lang="en-US" sz="1600" dirty="0"/>
          </a:p>
        </p:txBody>
      </p:sp>
      <p:sp>
        <p:nvSpPr>
          <p:cNvPr id="6" name="Text 4"/>
          <p:cNvSpPr txBox="1"/>
          <p:nvPr/>
        </p:nvSpPr>
        <p:spPr>
          <a:xfrm>
            <a:off x="1054120" y="2369668"/>
            <a:ext cx="3000238" cy="228600"/>
          </a:xfrm>
          <a:prstGeom prst="rect">
            <a:avLst/>
          </a:prstGeom>
          <a:noFill/>
          <a:ln/>
        </p:spPr>
        <p:txBody>
          <a:bodyPr wrap="square" lIns="0" tIns="0" rIns="0" bIns="0" rtlCol="0" anchor="t"/>
          <a:lstStyle/>
          <a:p>
            <a:pPr algn="l" indent="0" marL="0">
              <a:lnSpc>
                <a:spcPts val="1680"/>
              </a:lnSpc>
              <a:buNone/>
            </a:pPr>
            <a:r>
              <a:rPr lang="en-US" sz="1200" dirty="0">
                <a:solidFill>
                  <a:srgbClr val="3F4A5C"/>
                </a:solidFill>
                <a:latin typeface="Arial" pitchFamily="34" charset="0"/>
                <a:ea typeface="Arial" pitchFamily="34" charset="-122"/>
                <a:cs typeface="Arial" pitchFamily="34" charset="-120"/>
              </a:rPr>
              <a:t>Now we know which one.</a:t>
            </a:r>
            <a:endParaRPr lang="en-US" sz="1200" dirty="0"/>
          </a:p>
        </p:txBody>
      </p:sp>
      <p:sp>
        <p:nvSpPr>
          <p:cNvPr id="7" name="Text 5"/>
          <p:cNvSpPr txBox="1"/>
          <p:nvPr/>
        </p:nvSpPr>
        <p:spPr>
          <a:xfrm>
            <a:off x="1054120" y="2659167"/>
            <a:ext cx="3000238" cy="289499"/>
          </a:xfrm>
          <a:prstGeom prst="rect">
            <a:avLst/>
          </a:prstGeom>
          <a:noFill/>
          <a:ln/>
        </p:spPr>
        <p:txBody>
          <a:bodyPr wrap="square" lIns="0" tIns="0" rIns="0" bIns="0" rtlCol="0" anchor="t"/>
          <a:lstStyle/>
          <a:p>
            <a:pPr algn="l" indent="0" marL="0">
              <a:lnSpc>
                <a:spcPts val="2160"/>
              </a:lnSpc>
              <a:buNone/>
            </a:pPr>
            <a:r>
              <a:rPr lang="en-US" sz="1600" dirty="0">
                <a:solidFill>
                  <a:srgbClr val="15233F"/>
                </a:solidFill>
                <a:latin typeface="Arial" pitchFamily="34" charset="0"/>
                <a:ea typeface="Arial" pitchFamily="34" charset="-122"/>
                <a:cs typeface="Arial" pitchFamily="34" charset="-120"/>
              </a:rPr>
              <a:t>I saw </a:t>
            </a:r>
            <a:pPr algn="l" indent="0" marL="0">
              <a:lnSpc>
                <a:spcPts val="2160"/>
              </a:lnSpc>
              <a:buNone/>
            </a:pPr>
            <a:r>
              <a:rPr lang="en-US" sz="1600" b="1" dirty="0">
                <a:solidFill>
                  <a:srgbClr val="2A5BC4"/>
                </a:solidFill>
                <a:latin typeface="Arial" pitchFamily="34" charset="0"/>
                <a:ea typeface="Arial" pitchFamily="34" charset="-122"/>
                <a:cs typeface="Arial" pitchFamily="34" charset="-120"/>
              </a:rPr>
              <a:t>a</a:t>
            </a:r>
            <a:pPr algn="l" indent="0" marL="0">
              <a:lnSpc>
                <a:spcPts val="2160"/>
              </a:lnSpc>
              <a:buNone/>
            </a:pPr>
            <a:r>
              <a:rPr lang="en-US" sz="1600" dirty="0">
                <a:solidFill>
                  <a:srgbClr val="15233F"/>
                </a:solidFill>
                <a:latin typeface="Arial" pitchFamily="34" charset="0"/>
                <a:ea typeface="Arial" pitchFamily="34" charset="-122"/>
                <a:cs typeface="Arial" pitchFamily="34" charset="-120"/>
              </a:rPr>
              <a:t> film. </a:t>
            </a:r>
            <a:pPr algn="l" indent="0" marL="0">
              <a:lnSpc>
                <a:spcPts val="2160"/>
              </a:lnSpc>
              <a:buNone/>
            </a:pPr>
            <a:r>
              <a:rPr lang="en-US" sz="1600" b="1" dirty="0">
                <a:solidFill>
                  <a:srgbClr val="A2470F"/>
                </a:solidFill>
                <a:latin typeface="Arial" pitchFamily="34" charset="0"/>
                <a:ea typeface="Arial" pitchFamily="34" charset="-122"/>
                <a:cs typeface="Arial" pitchFamily="34" charset="-120"/>
              </a:rPr>
              <a:t>The</a:t>
            </a:r>
            <a:pPr algn="l" indent="0" marL="0">
              <a:lnSpc>
                <a:spcPts val="2160"/>
              </a:lnSpc>
              <a:buNone/>
            </a:pPr>
            <a:r>
              <a:rPr lang="en-US" sz="1600" dirty="0">
                <a:solidFill>
                  <a:srgbClr val="15233F"/>
                </a:solidFill>
                <a:latin typeface="Arial" pitchFamily="34" charset="0"/>
                <a:ea typeface="Arial" pitchFamily="34" charset="-122"/>
                <a:cs typeface="Arial" pitchFamily="34" charset="-120"/>
              </a:rPr>
              <a:t> film was great.</a:t>
            </a:r>
            <a:endParaRPr lang="en-US" sz="1600" dirty="0"/>
          </a:p>
        </p:txBody>
      </p:sp>
      <p:sp>
        <p:nvSpPr>
          <p:cNvPr id="8" name="Shape 6"/>
          <p:cNvSpPr/>
          <p:nvPr/>
        </p:nvSpPr>
        <p:spPr>
          <a:xfrm>
            <a:off x="4402653" y="1803288"/>
            <a:ext cx="3386663" cy="1660916"/>
          </a:xfrm>
          <a:prstGeom prst="roundRect">
            <a:avLst>
              <a:gd name="adj" fmla="val 6116"/>
            </a:avLst>
          </a:prstGeom>
          <a:solidFill>
            <a:srgbClr val="FFFDF9"/>
          </a:solidFill>
          <a:ln w="12700">
            <a:solidFill>
              <a:srgbClr val="E6DFD0"/>
            </a:solidFill>
            <a:prstDash val="solid"/>
          </a:ln>
        </p:spPr>
      </p:sp>
      <p:sp>
        <p:nvSpPr>
          <p:cNvPr id="9" name="Text 7"/>
          <p:cNvSpPr txBox="1"/>
          <p:nvPr/>
        </p:nvSpPr>
        <p:spPr>
          <a:xfrm>
            <a:off x="4643963" y="2034449"/>
            <a:ext cx="3000238" cy="274320"/>
          </a:xfrm>
          <a:prstGeom prst="rect">
            <a:avLst/>
          </a:prstGeom>
          <a:noFill/>
          <a:ln/>
        </p:spPr>
        <p:txBody>
          <a:bodyPr wrap="square" lIns="0" tIns="0" rIns="0" bIns="0" rtlCol="0" anchor="t"/>
          <a:lstStyle/>
          <a:p>
            <a:pPr algn="l" indent="0" marL="0">
              <a:lnSpc>
                <a:spcPts val="2080"/>
              </a:lnSpc>
              <a:buNone/>
            </a:pPr>
            <a:r>
              <a:rPr lang="en-US" sz="1600" b="1" dirty="0">
                <a:solidFill>
                  <a:srgbClr val="A2470F"/>
                </a:solidFill>
                <a:latin typeface="Arial" pitchFamily="34" charset="0"/>
                <a:ea typeface="Arial" pitchFamily="34" charset="-122"/>
                <a:cs typeface="Arial" pitchFamily="34" charset="-120"/>
              </a:rPr>
              <a:t>2</a:t>
            </a:r>
            <a:pPr algn="l" indent="0" marL="0">
              <a:lnSpc>
                <a:spcPts val="2080"/>
              </a:lnSpc>
              <a:buNone/>
            </a:pPr>
            <a:r>
              <a:rPr lang="en-US" sz="1600" b="1" dirty="0">
                <a:solidFill>
                  <a:srgbClr val="15233F"/>
                </a:solidFill>
                <a:latin typeface="Arial" pitchFamily="34" charset="0"/>
                <a:ea typeface="Arial" pitchFamily="34" charset="-122"/>
                <a:cs typeface="Arial" pitchFamily="34" charset="-120"/>
              </a:rPr>
              <a:t> Only one exists</a:t>
            </a:r>
            <a:endParaRPr lang="en-US" sz="1600" dirty="0"/>
          </a:p>
        </p:txBody>
      </p:sp>
      <p:sp>
        <p:nvSpPr>
          <p:cNvPr id="10" name="Text 8"/>
          <p:cNvSpPr txBox="1"/>
          <p:nvPr/>
        </p:nvSpPr>
        <p:spPr>
          <a:xfrm>
            <a:off x="4643963" y="2369668"/>
            <a:ext cx="3000238" cy="228600"/>
          </a:xfrm>
          <a:prstGeom prst="rect">
            <a:avLst/>
          </a:prstGeom>
          <a:noFill/>
          <a:ln/>
        </p:spPr>
        <p:txBody>
          <a:bodyPr wrap="square" lIns="0" tIns="0" rIns="0" bIns="0" rtlCol="0" anchor="t"/>
          <a:lstStyle/>
          <a:p>
            <a:pPr algn="l" indent="0" marL="0">
              <a:lnSpc>
                <a:spcPts val="1680"/>
              </a:lnSpc>
              <a:buNone/>
            </a:pPr>
            <a:r>
              <a:rPr lang="en-US" sz="1200" dirty="0">
                <a:solidFill>
                  <a:srgbClr val="3F4A5C"/>
                </a:solidFill>
                <a:latin typeface="Arial" pitchFamily="34" charset="0"/>
                <a:ea typeface="Arial" pitchFamily="34" charset="-122"/>
                <a:cs typeface="Arial" pitchFamily="34" charset="-120"/>
              </a:rPr>
              <a:t>There is only one in the world.</a:t>
            </a:r>
            <a:endParaRPr lang="en-US" sz="1200" dirty="0"/>
          </a:p>
        </p:txBody>
      </p:sp>
      <p:sp>
        <p:nvSpPr>
          <p:cNvPr id="11" name="Text 9"/>
          <p:cNvSpPr txBox="1"/>
          <p:nvPr/>
        </p:nvSpPr>
        <p:spPr>
          <a:xfrm>
            <a:off x="4643963" y="2659167"/>
            <a:ext cx="3000238" cy="563728"/>
          </a:xfrm>
          <a:prstGeom prst="rect">
            <a:avLst/>
          </a:prstGeom>
          <a:noFill/>
          <a:ln/>
        </p:spPr>
        <p:txBody>
          <a:bodyPr wrap="square" lIns="0" tIns="0" rIns="0" bIns="0" rtlCol="0" anchor="t"/>
          <a:lstStyle/>
          <a:p>
            <a:pPr algn="l" indent="0" marL="0">
              <a:lnSpc>
                <a:spcPts val="2160"/>
              </a:lnSpc>
              <a:buNone/>
            </a:pPr>
            <a:r>
              <a:rPr lang="en-US" sz="1600" b="1" dirty="0">
                <a:solidFill>
                  <a:srgbClr val="A2470F"/>
                </a:solidFill>
                <a:latin typeface="Arial" pitchFamily="34" charset="0"/>
                <a:ea typeface="Arial" pitchFamily="34" charset="-122"/>
                <a:cs typeface="Arial" pitchFamily="34" charset="-120"/>
              </a:rPr>
              <a:t>the</a:t>
            </a:r>
            <a:pPr algn="l" indent="0" marL="0">
              <a:lnSpc>
                <a:spcPts val="2160"/>
              </a:lnSpc>
              <a:buNone/>
            </a:pPr>
            <a:r>
              <a:rPr lang="en-US" sz="1600" dirty="0">
                <a:solidFill>
                  <a:srgbClr val="15233F"/>
                </a:solidFill>
                <a:latin typeface="Arial" pitchFamily="34" charset="0"/>
                <a:ea typeface="Arial" pitchFamily="34" charset="-122"/>
                <a:cs typeface="Arial" pitchFamily="34" charset="-120"/>
              </a:rPr>
              <a:t> sun · </a:t>
            </a:r>
            <a:pPr algn="l" indent="0" marL="0">
              <a:lnSpc>
                <a:spcPts val="2160"/>
              </a:lnSpc>
              <a:buNone/>
            </a:pPr>
            <a:r>
              <a:rPr lang="en-US" sz="1600" b="1" dirty="0">
                <a:solidFill>
                  <a:srgbClr val="A2470F"/>
                </a:solidFill>
                <a:latin typeface="Arial" pitchFamily="34" charset="0"/>
                <a:ea typeface="Arial" pitchFamily="34" charset="-122"/>
                <a:cs typeface="Arial" pitchFamily="34" charset="-120"/>
              </a:rPr>
              <a:t>the</a:t>
            </a:r>
            <a:pPr algn="l" indent="0" marL="0">
              <a:lnSpc>
                <a:spcPts val="2160"/>
              </a:lnSpc>
              <a:buNone/>
            </a:pPr>
            <a:r>
              <a:rPr lang="en-US" sz="1600" dirty="0">
                <a:solidFill>
                  <a:srgbClr val="15233F"/>
                </a:solidFill>
                <a:latin typeface="Arial" pitchFamily="34" charset="0"/>
                <a:ea typeface="Arial" pitchFamily="34" charset="-122"/>
                <a:cs typeface="Arial" pitchFamily="34" charset="-120"/>
              </a:rPr>
              <a:t> moon · </a:t>
            </a:r>
            <a:pPr algn="l" indent="0" marL="0">
              <a:lnSpc>
                <a:spcPts val="2160"/>
              </a:lnSpc>
              <a:buNone/>
            </a:pPr>
            <a:r>
              <a:rPr lang="en-US" sz="1600" b="1" dirty="0">
                <a:solidFill>
                  <a:srgbClr val="A2470F"/>
                </a:solidFill>
                <a:latin typeface="Arial" pitchFamily="34" charset="0"/>
                <a:ea typeface="Arial" pitchFamily="34" charset="-122"/>
                <a:cs typeface="Arial" pitchFamily="34" charset="-120"/>
              </a:rPr>
              <a:t>the</a:t>
            </a:r>
            <a:pPr algn="l" indent="0" marL="0">
              <a:lnSpc>
                <a:spcPts val="2160"/>
              </a:lnSpc>
              <a:buNone/>
            </a:pPr>
            <a:r>
              <a:rPr lang="en-US" sz="1600" dirty="0">
                <a:solidFill>
                  <a:srgbClr val="15233F"/>
                </a:solidFill>
                <a:latin typeface="Arial" pitchFamily="34" charset="0"/>
                <a:ea typeface="Arial" pitchFamily="34" charset="-122"/>
                <a:cs typeface="Arial" pitchFamily="34" charset="-120"/>
              </a:rPr>
              <a:t> internet</a:t>
            </a:r>
            <a:endParaRPr lang="en-US" sz="1600" dirty="0"/>
          </a:p>
        </p:txBody>
      </p:sp>
      <p:sp>
        <p:nvSpPr>
          <p:cNvPr id="12" name="Shape 10"/>
          <p:cNvSpPr/>
          <p:nvPr/>
        </p:nvSpPr>
        <p:spPr>
          <a:xfrm>
            <a:off x="7992496" y="1803288"/>
            <a:ext cx="3386663" cy="1660916"/>
          </a:xfrm>
          <a:prstGeom prst="roundRect">
            <a:avLst>
              <a:gd name="adj" fmla="val 6116"/>
            </a:avLst>
          </a:prstGeom>
          <a:solidFill>
            <a:srgbClr val="FFFDF9"/>
          </a:solidFill>
          <a:ln w="12700">
            <a:solidFill>
              <a:srgbClr val="E6DFD0"/>
            </a:solidFill>
            <a:prstDash val="solid"/>
          </a:ln>
        </p:spPr>
      </p:sp>
      <p:sp>
        <p:nvSpPr>
          <p:cNvPr id="13" name="Text 11"/>
          <p:cNvSpPr txBox="1"/>
          <p:nvPr/>
        </p:nvSpPr>
        <p:spPr>
          <a:xfrm>
            <a:off x="8233806" y="2034449"/>
            <a:ext cx="3000238" cy="274320"/>
          </a:xfrm>
          <a:prstGeom prst="rect">
            <a:avLst/>
          </a:prstGeom>
          <a:noFill/>
          <a:ln/>
        </p:spPr>
        <p:txBody>
          <a:bodyPr wrap="square" lIns="0" tIns="0" rIns="0" bIns="0" rtlCol="0" anchor="t"/>
          <a:lstStyle/>
          <a:p>
            <a:pPr algn="l" indent="0" marL="0">
              <a:lnSpc>
                <a:spcPts val="2080"/>
              </a:lnSpc>
              <a:buNone/>
            </a:pPr>
            <a:r>
              <a:rPr lang="en-US" sz="1600" b="1" dirty="0">
                <a:solidFill>
                  <a:srgbClr val="A2470F"/>
                </a:solidFill>
                <a:latin typeface="Arial" pitchFamily="34" charset="0"/>
                <a:ea typeface="Arial" pitchFamily="34" charset="-122"/>
                <a:cs typeface="Arial" pitchFamily="34" charset="-120"/>
              </a:rPr>
              <a:t>3</a:t>
            </a:r>
            <a:pPr algn="l" indent="0" marL="0">
              <a:lnSpc>
                <a:spcPts val="2080"/>
              </a:lnSpc>
              <a:buNone/>
            </a:pPr>
            <a:r>
              <a:rPr lang="en-US" sz="1600" b="1" dirty="0">
                <a:solidFill>
                  <a:srgbClr val="15233F"/>
                </a:solidFill>
                <a:latin typeface="Arial" pitchFamily="34" charset="0"/>
                <a:ea typeface="Arial" pitchFamily="34" charset="-122"/>
                <a:cs typeface="Arial" pitchFamily="34" charset="-120"/>
              </a:rPr>
              <a:t> We both know</a:t>
            </a:r>
            <a:endParaRPr lang="en-US" sz="1600" dirty="0"/>
          </a:p>
        </p:txBody>
      </p:sp>
      <p:sp>
        <p:nvSpPr>
          <p:cNvPr id="14" name="Text 12"/>
          <p:cNvSpPr txBox="1"/>
          <p:nvPr/>
        </p:nvSpPr>
        <p:spPr>
          <a:xfrm>
            <a:off x="8233806" y="2369668"/>
            <a:ext cx="3000238" cy="228600"/>
          </a:xfrm>
          <a:prstGeom prst="rect">
            <a:avLst/>
          </a:prstGeom>
          <a:noFill/>
          <a:ln/>
        </p:spPr>
        <p:txBody>
          <a:bodyPr wrap="square" lIns="0" tIns="0" rIns="0" bIns="0" rtlCol="0" anchor="t"/>
          <a:lstStyle/>
          <a:p>
            <a:pPr algn="l" indent="0" marL="0">
              <a:lnSpc>
                <a:spcPts val="1680"/>
              </a:lnSpc>
              <a:buNone/>
            </a:pPr>
            <a:r>
              <a:rPr lang="en-US" sz="1200" dirty="0">
                <a:solidFill>
                  <a:srgbClr val="3F4A5C"/>
                </a:solidFill>
                <a:latin typeface="Arial" pitchFamily="34" charset="0"/>
                <a:ea typeface="Arial" pitchFamily="34" charset="-122"/>
                <a:cs typeface="Arial" pitchFamily="34" charset="-120"/>
              </a:rPr>
              <a:t>The situation makes it clear.</a:t>
            </a:r>
            <a:endParaRPr lang="en-US" sz="1200" dirty="0"/>
          </a:p>
        </p:txBody>
      </p:sp>
      <p:sp>
        <p:nvSpPr>
          <p:cNvPr id="15" name="Text 13"/>
          <p:cNvSpPr txBox="1"/>
          <p:nvPr/>
        </p:nvSpPr>
        <p:spPr>
          <a:xfrm>
            <a:off x="8233806" y="2659167"/>
            <a:ext cx="3000238" cy="289499"/>
          </a:xfrm>
          <a:prstGeom prst="rect">
            <a:avLst/>
          </a:prstGeom>
          <a:noFill/>
          <a:ln/>
        </p:spPr>
        <p:txBody>
          <a:bodyPr wrap="square" lIns="0" tIns="0" rIns="0" bIns="0" rtlCol="0" anchor="t"/>
          <a:lstStyle/>
          <a:p>
            <a:pPr algn="l" indent="0" marL="0">
              <a:lnSpc>
                <a:spcPts val="2160"/>
              </a:lnSpc>
              <a:buNone/>
            </a:pPr>
            <a:r>
              <a:rPr lang="en-US" sz="1600" dirty="0">
                <a:solidFill>
                  <a:srgbClr val="15233F"/>
                </a:solidFill>
                <a:latin typeface="Arial" pitchFamily="34" charset="0"/>
                <a:ea typeface="Arial" pitchFamily="34" charset="-122"/>
                <a:cs typeface="Arial" pitchFamily="34" charset="-120"/>
              </a:rPr>
              <a:t>Please close </a:t>
            </a:r>
            <a:pPr algn="l" indent="0" marL="0">
              <a:lnSpc>
                <a:spcPts val="2160"/>
              </a:lnSpc>
              <a:buNone/>
            </a:pPr>
            <a:r>
              <a:rPr lang="en-US" sz="1600" b="1" dirty="0">
                <a:solidFill>
                  <a:srgbClr val="A2470F"/>
                </a:solidFill>
                <a:latin typeface="Arial" pitchFamily="34" charset="0"/>
                <a:ea typeface="Arial" pitchFamily="34" charset="-122"/>
                <a:cs typeface="Arial" pitchFamily="34" charset="-120"/>
              </a:rPr>
              <a:t>the</a:t>
            </a:r>
            <a:pPr algn="l" indent="0" marL="0">
              <a:lnSpc>
                <a:spcPts val="2160"/>
              </a:lnSpc>
              <a:buNone/>
            </a:pPr>
            <a:r>
              <a:rPr lang="en-US" sz="1600" dirty="0">
                <a:solidFill>
                  <a:srgbClr val="15233F"/>
                </a:solidFill>
                <a:latin typeface="Arial" pitchFamily="34" charset="0"/>
                <a:ea typeface="Arial" pitchFamily="34" charset="-122"/>
                <a:cs typeface="Arial" pitchFamily="34" charset="-120"/>
              </a:rPr>
              <a:t> door.</a:t>
            </a:r>
            <a:endParaRPr lang="en-US" sz="1600" dirty="0"/>
          </a:p>
        </p:txBody>
      </p:sp>
      <p:sp>
        <p:nvSpPr>
          <p:cNvPr id="16" name="Shape 14"/>
          <p:cNvSpPr/>
          <p:nvPr/>
        </p:nvSpPr>
        <p:spPr>
          <a:xfrm>
            <a:off x="812810" y="3667384"/>
            <a:ext cx="3386663" cy="1386688"/>
          </a:xfrm>
          <a:prstGeom prst="roundRect">
            <a:avLst>
              <a:gd name="adj" fmla="val 7326"/>
            </a:avLst>
          </a:prstGeom>
          <a:solidFill>
            <a:srgbClr val="FFFDF9"/>
          </a:solidFill>
          <a:ln w="12700">
            <a:solidFill>
              <a:srgbClr val="E6DFD0"/>
            </a:solidFill>
            <a:prstDash val="solid"/>
          </a:ln>
        </p:spPr>
      </p:sp>
      <p:sp>
        <p:nvSpPr>
          <p:cNvPr id="17" name="Text 15"/>
          <p:cNvSpPr txBox="1"/>
          <p:nvPr/>
        </p:nvSpPr>
        <p:spPr>
          <a:xfrm>
            <a:off x="1054120" y="3898544"/>
            <a:ext cx="3000238" cy="274320"/>
          </a:xfrm>
          <a:prstGeom prst="rect">
            <a:avLst/>
          </a:prstGeom>
          <a:noFill/>
          <a:ln/>
        </p:spPr>
        <p:txBody>
          <a:bodyPr wrap="square" lIns="0" tIns="0" rIns="0" bIns="0" rtlCol="0" anchor="t"/>
          <a:lstStyle/>
          <a:p>
            <a:pPr algn="l" indent="0" marL="0">
              <a:lnSpc>
                <a:spcPts val="2080"/>
              </a:lnSpc>
              <a:buNone/>
            </a:pPr>
            <a:r>
              <a:rPr lang="en-US" sz="1600" b="1" dirty="0">
                <a:solidFill>
                  <a:srgbClr val="A2470F"/>
                </a:solidFill>
                <a:latin typeface="Arial" pitchFamily="34" charset="0"/>
                <a:ea typeface="Arial" pitchFamily="34" charset="-122"/>
                <a:cs typeface="Arial" pitchFamily="34" charset="-120"/>
              </a:rPr>
              <a:t>4</a:t>
            </a:r>
            <a:pPr algn="l" indent="0" marL="0">
              <a:lnSpc>
                <a:spcPts val="2080"/>
              </a:lnSpc>
              <a:buNone/>
            </a:pPr>
            <a:r>
              <a:rPr lang="en-US" sz="1600" b="1" dirty="0">
                <a:solidFill>
                  <a:srgbClr val="15233F"/>
                </a:solidFill>
                <a:latin typeface="Arial" pitchFamily="34" charset="0"/>
                <a:ea typeface="Arial" pitchFamily="34" charset="-122"/>
                <a:cs typeface="Arial" pitchFamily="34" charset="-120"/>
              </a:rPr>
              <a:t> Made specific</a:t>
            </a:r>
            <a:endParaRPr lang="en-US" sz="1600" dirty="0"/>
          </a:p>
        </p:txBody>
      </p:sp>
      <p:sp>
        <p:nvSpPr>
          <p:cNvPr id="18" name="Text 16"/>
          <p:cNvSpPr txBox="1"/>
          <p:nvPr/>
        </p:nvSpPr>
        <p:spPr>
          <a:xfrm>
            <a:off x="1054120" y="4233763"/>
            <a:ext cx="3000238" cy="228600"/>
          </a:xfrm>
          <a:prstGeom prst="rect">
            <a:avLst/>
          </a:prstGeom>
          <a:noFill/>
          <a:ln/>
        </p:spPr>
        <p:txBody>
          <a:bodyPr wrap="square" lIns="0" tIns="0" rIns="0" bIns="0" rtlCol="0" anchor="t"/>
          <a:lstStyle/>
          <a:p>
            <a:pPr algn="l" indent="0" marL="0">
              <a:lnSpc>
                <a:spcPts val="1680"/>
              </a:lnSpc>
              <a:buNone/>
            </a:pPr>
            <a:r>
              <a:rPr lang="en-US" sz="1200" dirty="0">
                <a:solidFill>
                  <a:srgbClr val="3F4A5C"/>
                </a:solidFill>
                <a:latin typeface="Arial" pitchFamily="34" charset="0"/>
                <a:ea typeface="Arial" pitchFamily="34" charset="-122"/>
                <a:cs typeface="Arial" pitchFamily="34" charset="-120"/>
              </a:rPr>
              <a:t>More words tell us which one.</a:t>
            </a:r>
            <a:endParaRPr lang="en-US" sz="1200" dirty="0"/>
          </a:p>
        </p:txBody>
      </p:sp>
      <p:sp>
        <p:nvSpPr>
          <p:cNvPr id="19" name="Text 17"/>
          <p:cNvSpPr txBox="1"/>
          <p:nvPr/>
        </p:nvSpPr>
        <p:spPr>
          <a:xfrm>
            <a:off x="1054120" y="4523354"/>
            <a:ext cx="3000238" cy="289499"/>
          </a:xfrm>
          <a:prstGeom prst="rect">
            <a:avLst/>
          </a:prstGeom>
          <a:noFill/>
          <a:ln/>
        </p:spPr>
        <p:txBody>
          <a:bodyPr wrap="square" lIns="0" tIns="0" rIns="0" bIns="0" rtlCol="0" anchor="t"/>
          <a:lstStyle/>
          <a:p>
            <a:pPr algn="l" indent="0" marL="0">
              <a:lnSpc>
                <a:spcPts val="2160"/>
              </a:lnSpc>
              <a:buNone/>
            </a:pPr>
            <a:r>
              <a:rPr lang="en-US" sz="1600" b="1" dirty="0">
                <a:solidFill>
                  <a:srgbClr val="A2470F"/>
                </a:solidFill>
                <a:latin typeface="Arial" pitchFamily="34" charset="0"/>
                <a:ea typeface="Arial" pitchFamily="34" charset="-122"/>
                <a:cs typeface="Arial" pitchFamily="34" charset="-120"/>
              </a:rPr>
              <a:t>the</a:t>
            </a:r>
            <a:pPr algn="l" indent="0" marL="0">
              <a:lnSpc>
                <a:spcPts val="2160"/>
              </a:lnSpc>
              <a:buNone/>
            </a:pPr>
            <a:r>
              <a:rPr lang="en-US" sz="1600" dirty="0">
                <a:solidFill>
                  <a:srgbClr val="15233F"/>
                </a:solidFill>
                <a:latin typeface="Arial" pitchFamily="34" charset="0"/>
                <a:ea typeface="Arial" pitchFamily="34" charset="-122"/>
                <a:cs typeface="Arial" pitchFamily="34" charset="-120"/>
              </a:rPr>
              <a:t> man who called you</a:t>
            </a:r>
            <a:endParaRPr lang="en-US" sz="1600" dirty="0"/>
          </a:p>
        </p:txBody>
      </p:sp>
      <p:sp>
        <p:nvSpPr>
          <p:cNvPr id="20" name="Shape 18"/>
          <p:cNvSpPr/>
          <p:nvPr/>
        </p:nvSpPr>
        <p:spPr>
          <a:xfrm>
            <a:off x="4402653" y="3667384"/>
            <a:ext cx="3386663" cy="1386688"/>
          </a:xfrm>
          <a:prstGeom prst="roundRect">
            <a:avLst>
              <a:gd name="adj" fmla="val 7326"/>
            </a:avLst>
          </a:prstGeom>
          <a:solidFill>
            <a:srgbClr val="FFFDF9"/>
          </a:solidFill>
          <a:ln w="12700">
            <a:solidFill>
              <a:srgbClr val="E6DFD0"/>
            </a:solidFill>
            <a:prstDash val="solid"/>
          </a:ln>
        </p:spPr>
      </p:sp>
      <p:sp>
        <p:nvSpPr>
          <p:cNvPr id="21" name="Text 19"/>
          <p:cNvSpPr txBox="1"/>
          <p:nvPr/>
        </p:nvSpPr>
        <p:spPr>
          <a:xfrm>
            <a:off x="4643963" y="3898544"/>
            <a:ext cx="3000238" cy="274320"/>
          </a:xfrm>
          <a:prstGeom prst="rect">
            <a:avLst/>
          </a:prstGeom>
          <a:noFill/>
          <a:ln/>
        </p:spPr>
        <p:txBody>
          <a:bodyPr wrap="square" lIns="0" tIns="0" rIns="0" bIns="0" rtlCol="0" anchor="t"/>
          <a:lstStyle/>
          <a:p>
            <a:pPr algn="l" indent="0" marL="0">
              <a:lnSpc>
                <a:spcPts val="2080"/>
              </a:lnSpc>
              <a:buNone/>
            </a:pPr>
            <a:r>
              <a:rPr lang="en-US" sz="1600" b="1" dirty="0">
                <a:solidFill>
                  <a:srgbClr val="A2470F"/>
                </a:solidFill>
                <a:latin typeface="Arial" pitchFamily="34" charset="0"/>
                <a:ea typeface="Arial" pitchFamily="34" charset="-122"/>
                <a:cs typeface="Arial" pitchFamily="34" charset="-120"/>
              </a:rPr>
              <a:t>5</a:t>
            </a:r>
            <a:pPr algn="l" indent="0" marL="0">
              <a:lnSpc>
                <a:spcPts val="2080"/>
              </a:lnSpc>
              <a:buNone/>
            </a:pPr>
            <a:r>
              <a:rPr lang="en-US" sz="1600" b="1" dirty="0">
                <a:solidFill>
                  <a:srgbClr val="15233F"/>
                </a:solidFill>
                <a:latin typeface="Arial" pitchFamily="34" charset="0"/>
                <a:ea typeface="Arial" pitchFamily="34" charset="-122"/>
                <a:cs typeface="Arial" pitchFamily="34" charset="-120"/>
              </a:rPr>
              <a:t> Superlatives</a:t>
            </a:r>
            <a:endParaRPr lang="en-US" sz="1600" dirty="0"/>
          </a:p>
        </p:txBody>
      </p:sp>
      <p:sp>
        <p:nvSpPr>
          <p:cNvPr id="22" name="Text 20"/>
          <p:cNvSpPr txBox="1"/>
          <p:nvPr/>
        </p:nvSpPr>
        <p:spPr>
          <a:xfrm>
            <a:off x="4643963" y="4233763"/>
            <a:ext cx="3000238" cy="228600"/>
          </a:xfrm>
          <a:prstGeom prst="rect">
            <a:avLst/>
          </a:prstGeom>
          <a:noFill/>
          <a:ln/>
        </p:spPr>
        <p:txBody>
          <a:bodyPr wrap="square" lIns="0" tIns="0" rIns="0" bIns="0" rtlCol="0" anchor="t"/>
          <a:lstStyle/>
          <a:p>
            <a:pPr algn="l" indent="0" marL="0">
              <a:lnSpc>
                <a:spcPts val="1680"/>
              </a:lnSpc>
              <a:buNone/>
            </a:pPr>
            <a:r>
              <a:rPr lang="en-US" sz="1200" dirty="0">
                <a:solidFill>
                  <a:srgbClr val="3F4A5C"/>
                </a:solidFill>
                <a:latin typeface="Arial" pitchFamily="34" charset="0"/>
                <a:ea typeface="Arial" pitchFamily="34" charset="-122"/>
                <a:cs typeface="Arial" pitchFamily="34" charset="-120"/>
              </a:rPr>
              <a:t>best, biggest, most important…</a:t>
            </a:r>
            <a:endParaRPr lang="en-US" sz="1200" dirty="0"/>
          </a:p>
        </p:txBody>
      </p:sp>
      <p:sp>
        <p:nvSpPr>
          <p:cNvPr id="23" name="Text 21"/>
          <p:cNvSpPr txBox="1"/>
          <p:nvPr/>
        </p:nvSpPr>
        <p:spPr>
          <a:xfrm>
            <a:off x="4643963" y="4523354"/>
            <a:ext cx="3000238" cy="289499"/>
          </a:xfrm>
          <a:prstGeom prst="rect">
            <a:avLst/>
          </a:prstGeom>
          <a:noFill/>
          <a:ln/>
        </p:spPr>
        <p:txBody>
          <a:bodyPr wrap="square" lIns="0" tIns="0" rIns="0" bIns="0" rtlCol="0" anchor="t"/>
          <a:lstStyle/>
          <a:p>
            <a:pPr algn="l" indent="0" marL="0">
              <a:lnSpc>
                <a:spcPts val="2160"/>
              </a:lnSpc>
              <a:buNone/>
            </a:pPr>
            <a:r>
              <a:rPr lang="en-US" sz="1600" dirty="0">
                <a:solidFill>
                  <a:srgbClr val="15233F"/>
                </a:solidFill>
                <a:latin typeface="Arial" pitchFamily="34" charset="0"/>
                <a:ea typeface="Arial" pitchFamily="34" charset="-122"/>
                <a:cs typeface="Arial" pitchFamily="34" charset="-120"/>
              </a:rPr>
              <a:t>She is </a:t>
            </a:r>
            <a:pPr algn="l" indent="0" marL="0">
              <a:lnSpc>
                <a:spcPts val="2160"/>
              </a:lnSpc>
              <a:buNone/>
            </a:pPr>
            <a:r>
              <a:rPr lang="en-US" sz="1600" b="1" dirty="0">
                <a:solidFill>
                  <a:srgbClr val="A2470F"/>
                </a:solidFill>
                <a:latin typeface="Arial" pitchFamily="34" charset="0"/>
                <a:ea typeface="Arial" pitchFamily="34" charset="-122"/>
                <a:cs typeface="Arial" pitchFamily="34" charset="-120"/>
              </a:rPr>
              <a:t>the</a:t>
            </a:r>
            <a:pPr algn="l" indent="0" marL="0">
              <a:lnSpc>
                <a:spcPts val="2160"/>
              </a:lnSpc>
              <a:buNone/>
            </a:pPr>
            <a:r>
              <a:rPr lang="en-US" sz="1600" dirty="0">
                <a:solidFill>
                  <a:srgbClr val="15233F"/>
                </a:solidFill>
                <a:latin typeface="Arial" pitchFamily="34" charset="0"/>
                <a:ea typeface="Arial" pitchFamily="34" charset="-122"/>
                <a:cs typeface="Arial" pitchFamily="34" charset="-120"/>
              </a:rPr>
              <a:t> best player.</a:t>
            </a:r>
            <a:endParaRPr lang="en-US" sz="1600" dirty="0"/>
          </a:p>
        </p:txBody>
      </p:sp>
      <p:sp>
        <p:nvSpPr>
          <p:cNvPr id="24" name="Shape 22"/>
          <p:cNvSpPr/>
          <p:nvPr/>
        </p:nvSpPr>
        <p:spPr>
          <a:xfrm>
            <a:off x="7992496" y="3667384"/>
            <a:ext cx="3386663" cy="1386688"/>
          </a:xfrm>
          <a:prstGeom prst="roundRect">
            <a:avLst>
              <a:gd name="adj" fmla="val 7326"/>
            </a:avLst>
          </a:prstGeom>
          <a:solidFill>
            <a:srgbClr val="FFFDF9"/>
          </a:solidFill>
          <a:ln w="12700">
            <a:solidFill>
              <a:srgbClr val="E6DFD0"/>
            </a:solidFill>
            <a:prstDash val="solid"/>
          </a:ln>
        </p:spPr>
      </p:sp>
      <p:sp>
        <p:nvSpPr>
          <p:cNvPr id="25" name="Text 23"/>
          <p:cNvSpPr txBox="1"/>
          <p:nvPr/>
        </p:nvSpPr>
        <p:spPr>
          <a:xfrm>
            <a:off x="8233806" y="3898544"/>
            <a:ext cx="3000238" cy="274320"/>
          </a:xfrm>
          <a:prstGeom prst="rect">
            <a:avLst/>
          </a:prstGeom>
          <a:noFill/>
          <a:ln/>
        </p:spPr>
        <p:txBody>
          <a:bodyPr wrap="square" lIns="0" tIns="0" rIns="0" bIns="0" rtlCol="0" anchor="t"/>
          <a:lstStyle/>
          <a:p>
            <a:pPr algn="l" indent="0" marL="0">
              <a:lnSpc>
                <a:spcPts val="2080"/>
              </a:lnSpc>
              <a:buNone/>
            </a:pPr>
            <a:r>
              <a:rPr lang="en-US" sz="1600" b="1" dirty="0">
                <a:solidFill>
                  <a:srgbClr val="A2470F"/>
                </a:solidFill>
                <a:latin typeface="Arial" pitchFamily="34" charset="0"/>
                <a:ea typeface="Arial" pitchFamily="34" charset="-122"/>
                <a:cs typeface="Arial" pitchFamily="34" charset="-120"/>
              </a:rPr>
              <a:t>6</a:t>
            </a:r>
            <a:pPr algn="l" indent="0" marL="0">
              <a:lnSpc>
                <a:spcPts val="2080"/>
              </a:lnSpc>
              <a:buNone/>
            </a:pPr>
            <a:r>
              <a:rPr lang="en-US" sz="1600" b="1" dirty="0">
                <a:solidFill>
                  <a:srgbClr val="15233F"/>
                </a:solidFill>
                <a:latin typeface="Arial" pitchFamily="34" charset="0"/>
                <a:ea typeface="Arial" pitchFamily="34" charset="-122"/>
                <a:cs typeface="Arial" pitchFamily="34" charset="-120"/>
              </a:rPr>
              <a:t> Order and “only”</a:t>
            </a:r>
            <a:endParaRPr lang="en-US" sz="1600" dirty="0"/>
          </a:p>
        </p:txBody>
      </p:sp>
      <p:sp>
        <p:nvSpPr>
          <p:cNvPr id="26" name="Text 24"/>
          <p:cNvSpPr txBox="1"/>
          <p:nvPr/>
        </p:nvSpPr>
        <p:spPr>
          <a:xfrm>
            <a:off x="8233806" y="4233763"/>
            <a:ext cx="3000238" cy="228600"/>
          </a:xfrm>
          <a:prstGeom prst="rect">
            <a:avLst/>
          </a:prstGeom>
          <a:noFill/>
          <a:ln/>
        </p:spPr>
        <p:txBody>
          <a:bodyPr wrap="square" lIns="0" tIns="0" rIns="0" bIns="0" rtlCol="0" anchor="t"/>
          <a:lstStyle/>
          <a:p>
            <a:pPr algn="l" indent="0" marL="0">
              <a:lnSpc>
                <a:spcPts val="1680"/>
              </a:lnSpc>
              <a:buNone/>
            </a:pPr>
            <a:r>
              <a:rPr lang="en-US" sz="1200" dirty="0">
                <a:solidFill>
                  <a:srgbClr val="3F4A5C"/>
                </a:solidFill>
                <a:latin typeface="Arial" pitchFamily="34" charset="0"/>
                <a:ea typeface="Arial" pitchFamily="34" charset="-122"/>
                <a:cs typeface="Arial" pitchFamily="34" charset="-120"/>
              </a:rPr>
              <a:t>first, last, next, only, same</a:t>
            </a:r>
            <a:endParaRPr lang="en-US" sz="1200" dirty="0"/>
          </a:p>
        </p:txBody>
      </p:sp>
      <p:sp>
        <p:nvSpPr>
          <p:cNvPr id="27" name="Text 25"/>
          <p:cNvSpPr txBox="1"/>
          <p:nvPr/>
        </p:nvSpPr>
        <p:spPr>
          <a:xfrm>
            <a:off x="8233806" y="4523354"/>
            <a:ext cx="3000238" cy="289499"/>
          </a:xfrm>
          <a:prstGeom prst="rect">
            <a:avLst/>
          </a:prstGeom>
          <a:noFill/>
          <a:ln/>
        </p:spPr>
        <p:txBody>
          <a:bodyPr wrap="square" lIns="0" tIns="0" rIns="0" bIns="0" rtlCol="0" anchor="t"/>
          <a:lstStyle/>
          <a:p>
            <a:pPr algn="l" indent="0" marL="0">
              <a:lnSpc>
                <a:spcPts val="2160"/>
              </a:lnSpc>
              <a:buNone/>
            </a:pPr>
            <a:r>
              <a:rPr lang="en-US" sz="1600" b="1" dirty="0">
                <a:solidFill>
                  <a:srgbClr val="A2470F"/>
                </a:solidFill>
                <a:latin typeface="Arial" pitchFamily="34" charset="0"/>
                <a:ea typeface="Arial" pitchFamily="34" charset="-122"/>
                <a:cs typeface="Arial" pitchFamily="34" charset="-120"/>
              </a:rPr>
              <a:t>the</a:t>
            </a:r>
            <a:pPr algn="l" indent="0" marL="0">
              <a:lnSpc>
                <a:spcPts val="2160"/>
              </a:lnSpc>
              <a:buNone/>
            </a:pPr>
            <a:r>
              <a:rPr lang="en-US" sz="1600" dirty="0">
                <a:solidFill>
                  <a:srgbClr val="15233F"/>
                </a:solidFill>
                <a:latin typeface="Arial" pitchFamily="34" charset="0"/>
                <a:ea typeface="Arial" pitchFamily="34" charset="-122"/>
                <a:cs typeface="Arial" pitchFamily="34" charset="-120"/>
              </a:rPr>
              <a:t> first day · </a:t>
            </a:r>
            <a:pPr algn="l" indent="0" marL="0">
              <a:lnSpc>
                <a:spcPts val="2160"/>
              </a:lnSpc>
              <a:buNone/>
            </a:pPr>
            <a:r>
              <a:rPr lang="en-US" sz="1600" b="1" dirty="0">
                <a:solidFill>
                  <a:srgbClr val="A2470F"/>
                </a:solidFill>
                <a:latin typeface="Arial" pitchFamily="34" charset="0"/>
                <a:ea typeface="Arial" pitchFamily="34" charset="-122"/>
                <a:cs typeface="Arial" pitchFamily="34" charset="-120"/>
              </a:rPr>
              <a:t>the</a:t>
            </a:r>
            <a:pPr algn="l" indent="0" marL="0">
              <a:lnSpc>
                <a:spcPts val="2160"/>
              </a:lnSpc>
              <a:buNone/>
            </a:pPr>
            <a:r>
              <a:rPr lang="en-US" sz="1600" dirty="0">
                <a:solidFill>
                  <a:srgbClr val="15233F"/>
                </a:solidFill>
                <a:latin typeface="Arial" pitchFamily="34" charset="0"/>
                <a:ea typeface="Arial" pitchFamily="34" charset="-122"/>
                <a:cs typeface="Arial" pitchFamily="34" charset="-120"/>
              </a:rPr>
              <a:t> only way</a:t>
            </a:r>
            <a:endParaRPr lang="en-US" sz="1600" dirty="0"/>
          </a:p>
        </p:txBody>
      </p:sp>
      <p:sp>
        <p:nvSpPr>
          <p:cNvPr id="28" name="Text 26"/>
          <p:cNvSpPr txBox="1"/>
          <p:nvPr/>
        </p:nvSpPr>
        <p:spPr>
          <a:xfrm>
            <a:off x="812810" y="6223041"/>
            <a:ext cx="7810530" cy="228600"/>
          </a:xfrm>
          <a:prstGeom prst="rect">
            <a:avLst/>
          </a:prstGeom>
          <a:noFill/>
          <a:ln/>
        </p:spPr>
        <p:txBody>
          <a:bodyPr wrap="square" lIns="0" tIns="0" rIns="0" bIns="0" rtlCol="0" anchor="t"/>
          <a:lstStyle/>
          <a:p>
            <a:pPr algn="l" indent="0" marL="0">
              <a:lnSpc>
                <a:spcPts val="1680"/>
              </a:lnSpc>
              <a:buNone/>
            </a:pPr>
            <a:r>
              <a:rPr lang="en-US" sz="1200" dirty="0">
                <a:solidFill>
                  <a:srgbClr val="636B78"/>
                </a:solidFill>
                <a:latin typeface="Arial" pitchFamily="34" charset="0"/>
                <a:ea typeface="Arial" pitchFamily="34" charset="-122"/>
                <a:cs typeface="Arial" pitchFamily="34" charset="-120"/>
              </a:rPr>
              <a:t>English Articles · A, An &amp; The</a:t>
            </a:r>
            <a:endParaRPr lang="en-US" sz="1200" dirty="0"/>
          </a:p>
        </p:txBody>
      </p:sp>
      <p:sp>
        <p:nvSpPr>
          <p:cNvPr id="29" name="Text 27"/>
          <p:cNvSpPr txBox="1"/>
          <p:nvPr/>
        </p:nvSpPr>
        <p:spPr>
          <a:xfrm>
            <a:off x="10045690" y="6223041"/>
            <a:ext cx="1333470" cy="228600"/>
          </a:xfrm>
          <a:prstGeom prst="rect">
            <a:avLst/>
          </a:prstGeom>
          <a:noFill/>
          <a:ln/>
        </p:spPr>
        <p:txBody>
          <a:bodyPr wrap="square" lIns="0" tIns="0" rIns="0" bIns="0" rtlCol="0" anchor="t"/>
          <a:lstStyle/>
          <a:p>
            <a:pPr algn="r" indent="0" marL="0">
              <a:lnSpc>
                <a:spcPts val="1680"/>
              </a:lnSpc>
              <a:buNone/>
            </a:pPr>
            <a:r>
              <a:rPr lang="en-US" sz="1200" dirty="0">
                <a:solidFill>
                  <a:srgbClr val="636B78"/>
                </a:solidFill>
                <a:latin typeface="Arial" pitchFamily="34" charset="0"/>
                <a:ea typeface="Arial" pitchFamily="34" charset="-122"/>
                <a:cs typeface="Arial" pitchFamily="34" charset="-120"/>
              </a:rPr>
              <a:t>10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7F0"/>
        </a:solidFill>
      </p:bgPr>
    </p:bg>
    <p:spTree>
      <p:nvGrpSpPr>
        <p:cNvPr id="1" name=""/>
        <p:cNvGrpSpPr/>
        <p:nvPr/>
      </p:nvGrpSpPr>
      <p:grpSpPr>
        <a:xfrm>
          <a:off x="0" y="0"/>
          <a:ext cx="0" cy="0"/>
          <a:chOff x="0" y="0"/>
          <a:chExt cx="0" cy="0"/>
        </a:xfrm>
      </p:grpSpPr>
      <p:sp>
        <p:nvSpPr>
          <p:cNvPr id="2" name="Text 0"/>
          <p:cNvSpPr txBox="1"/>
          <p:nvPr/>
        </p:nvSpPr>
        <p:spPr>
          <a:xfrm>
            <a:off x="812810" y="797540"/>
            <a:ext cx="10815798" cy="228600"/>
          </a:xfrm>
          <a:prstGeom prst="rect">
            <a:avLst/>
          </a:prstGeom>
          <a:noFill/>
          <a:ln/>
        </p:spPr>
        <p:txBody>
          <a:bodyPr wrap="square" lIns="0" tIns="0" rIns="0" bIns="0" rtlCol="0" anchor="t"/>
          <a:lstStyle/>
          <a:p>
            <a:pPr algn="l" indent="0" marL="0">
              <a:lnSpc>
                <a:spcPts val="1680"/>
              </a:lnSpc>
              <a:buNone/>
            </a:pPr>
            <a:r>
              <a:rPr lang="en-US" sz="1200" b="1" spc="150" kern="0" dirty="0">
                <a:solidFill>
                  <a:srgbClr val="636B78"/>
                </a:solidFill>
                <a:latin typeface="Arial" pitchFamily="34" charset="0"/>
                <a:ea typeface="Arial" pitchFamily="34" charset="-122"/>
                <a:cs typeface="Arial" pitchFamily="34" charset="-120"/>
              </a:rPr>
              <a:t>04 · USING THE</a:t>
            </a:r>
            <a:endParaRPr lang="en-US" sz="1200" dirty="0"/>
          </a:p>
        </p:txBody>
      </p:sp>
      <p:sp>
        <p:nvSpPr>
          <p:cNvPr id="3" name="Text 1"/>
          <p:cNvSpPr txBox="1"/>
          <p:nvPr/>
        </p:nvSpPr>
        <p:spPr>
          <a:xfrm>
            <a:off x="812810" y="1102309"/>
            <a:ext cx="10815798" cy="446959"/>
          </a:xfrm>
          <a:prstGeom prst="rect">
            <a:avLst/>
          </a:prstGeom>
          <a:noFill/>
          <a:ln/>
        </p:spPr>
        <p:txBody>
          <a:bodyPr wrap="square" lIns="0" tIns="0" rIns="0" bIns="0" rtlCol="0" anchor="t"/>
          <a:lstStyle/>
          <a:p>
            <a:pPr algn="l" indent="0" marL="0">
              <a:lnSpc>
                <a:spcPts val="3520"/>
              </a:lnSpc>
              <a:buNone/>
            </a:pPr>
            <a:r>
              <a:rPr lang="en-US" sz="3200" b="1" dirty="0">
                <a:solidFill>
                  <a:srgbClr val="15233F"/>
                </a:solidFill>
                <a:latin typeface="Arial" pitchFamily="34" charset="0"/>
                <a:ea typeface="Arial" pitchFamily="34" charset="-122"/>
                <a:cs typeface="Arial" pitchFamily="34" charset="-120"/>
              </a:rPr>
              <a:t>Place names: the or no article?</a:t>
            </a:r>
            <a:endParaRPr lang="en-US" sz="3200" dirty="0"/>
          </a:p>
        </p:txBody>
      </p:sp>
      <p:sp>
        <p:nvSpPr>
          <p:cNvPr id="4" name="Shape 2"/>
          <p:cNvSpPr/>
          <p:nvPr/>
        </p:nvSpPr>
        <p:spPr>
          <a:xfrm>
            <a:off x="812810" y="1803288"/>
            <a:ext cx="5156210" cy="3328416"/>
          </a:xfrm>
          <a:prstGeom prst="roundRect">
            <a:avLst>
              <a:gd name="adj" fmla="val 3816"/>
            </a:avLst>
          </a:prstGeom>
          <a:solidFill>
            <a:srgbClr val="FBE8DA"/>
          </a:solidFill>
          <a:ln/>
        </p:spPr>
      </p:sp>
      <p:sp>
        <p:nvSpPr>
          <p:cNvPr id="5" name="Text 3"/>
          <p:cNvSpPr txBox="1"/>
          <p:nvPr/>
        </p:nvSpPr>
        <p:spPr>
          <a:xfrm>
            <a:off x="1066830" y="2057309"/>
            <a:ext cx="4779294" cy="304770"/>
          </a:xfrm>
          <a:prstGeom prst="rect">
            <a:avLst/>
          </a:prstGeom>
          <a:noFill/>
          <a:ln/>
        </p:spPr>
        <p:txBody>
          <a:bodyPr wrap="square" lIns="0" tIns="0" rIns="0" bIns="0" rtlCol="0" anchor="t"/>
          <a:lstStyle/>
          <a:p>
            <a:pPr algn="l" indent="0" marL="0">
              <a:lnSpc>
                <a:spcPts val="2400"/>
              </a:lnSpc>
              <a:buNone/>
            </a:pPr>
            <a:r>
              <a:rPr lang="en-US" sz="2000" b="1" dirty="0">
                <a:solidFill>
                  <a:srgbClr val="A2470F"/>
                </a:solidFill>
                <a:latin typeface="Arial" pitchFamily="34" charset="0"/>
                <a:ea typeface="Arial" pitchFamily="34" charset="-122"/>
                <a:cs typeface="Arial" pitchFamily="34" charset="-120"/>
              </a:rPr>
              <a:t>Use the</a:t>
            </a:r>
            <a:endParaRPr lang="en-US" sz="2000" dirty="0"/>
          </a:p>
        </p:txBody>
      </p:sp>
      <p:sp>
        <p:nvSpPr>
          <p:cNvPr id="6" name="Text 4"/>
          <p:cNvSpPr txBox="1"/>
          <p:nvPr/>
        </p:nvSpPr>
        <p:spPr>
          <a:xfrm>
            <a:off x="1066830" y="2543678"/>
            <a:ext cx="1722090" cy="228600"/>
          </a:xfrm>
          <a:prstGeom prst="rect">
            <a:avLst/>
          </a:prstGeom>
          <a:noFill/>
          <a:ln/>
        </p:spPr>
        <p:txBody>
          <a:bodyPr wrap="square" lIns="0" tIns="0" rIns="0" bIns="0" rtlCol="0" anchor="t"/>
          <a:lstStyle/>
          <a:p>
            <a:pPr algn="l" indent="0" marL="0">
              <a:lnSpc>
                <a:spcPts val="1680"/>
              </a:lnSpc>
              <a:buNone/>
            </a:pPr>
            <a:r>
              <a:rPr lang="en-US" sz="1200" b="1" dirty="0">
                <a:solidFill>
                  <a:srgbClr val="3F4A5C"/>
                </a:solidFill>
                <a:latin typeface="Arial" pitchFamily="34" charset="0"/>
                <a:ea typeface="Arial" pitchFamily="34" charset="-122"/>
                <a:cs typeface="Arial" pitchFamily="34" charset="-120"/>
              </a:rPr>
              <a:t>Rivers</a:t>
            </a:r>
            <a:endParaRPr lang="en-US" sz="1200" dirty="0"/>
          </a:p>
        </p:txBody>
      </p:sp>
      <p:sp>
        <p:nvSpPr>
          <p:cNvPr id="7" name="Text 5"/>
          <p:cNvSpPr txBox="1"/>
          <p:nvPr/>
        </p:nvSpPr>
        <p:spPr>
          <a:xfrm>
            <a:off x="2844790" y="2504359"/>
            <a:ext cx="2965674" cy="274320"/>
          </a:xfrm>
          <a:prstGeom prst="rect">
            <a:avLst/>
          </a:prstGeom>
          <a:noFill/>
          <a:ln/>
        </p:spPr>
        <p:txBody>
          <a:bodyPr wrap="square" lIns="0" tIns="0" rIns="0" bIns="0" rtlCol="0" anchor="t"/>
          <a:lstStyle/>
          <a:p>
            <a:pPr algn="l" indent="0" marL="0">
              <a:lnSpc>
                <a:spcPts val="2080"/>
              </a:lnSpc>
              <a:buNone/>
            </a:pPr>
            <a:r>
              <a:rPr lang="en-US" sz="1600" b="1" dirty="0">
                <a:solidFill>
                  <a:srgbClr val="A2470F"/>
                </a:solidFill>
                <a:latin typeface="Arial" pitchFamily="34" charset="0"/>
                <a:ea typeface="Arial" pitchFamily="34" charset="-122"/>
                <a:cs typeface="Arial" pitchFamily="34" charset="-120"/>
              </a:rPr>
              <a:t>the</a:t>
            </a:r>
            <a:pPr algn="l" indent="0" marL="0">
              <a:lnSpc>
                <a:spcPts val="2080"/>
              </a:lnSpc>
              <a:buNone/>
            </a:pPr>
            <a:r>
              <a:rPr lang="en-US" sz="1600" dirty="0">
                <a:solidFill>
                  <a:srgbClr val="15233F"/>
                </a:solidFill>
                <a:latin typeface="Arial" pitchFamily="34" charset="0"/>
                <a:ea typeface="Arial" pitchFamily="34" charset="-122"/>
                <a:cs typeface="Arial" pitchFamily="34" charset="-120"/>
              </a:rPr>
              <a:t> Nile, </a:t>
            </a:r>
            <a:pPr algn="l" indent="0" marL="0">
              <a:lnSpc>
                <a:spcPts val="2080"/>
              </a:lnSpc>
              <a:buNone/>
            </a:pPr>
            <a:r>
              <a:rPr lang="en-US" sz="1600" b="1" dirty="0">
                <a:solidFill>
                  <a:srgbClr val="A2470F"/>
                </a:solidFill>
                <a:latin typeface="Arial" pitchFamily="34" charset="0"/>
                <a:ea typeface="Arial" pitchFamily="34" charset="-122"/>
                <a:cs typeface="Arial" pitchFamily="34" charset="-120"/>
              </a:rPr>
              <a:t>the</a:t>
            </a:r>
            <a:pPr algn="l" indent="0" marL="0">
              <a:lnSpc>
                <a:spcPts val="2080"/>
              </a:lnSpc>
              <a:buNone/>
            </a:pPr>
            <a:r>
              <a:rPr lang="en-US" sz="1600" dirty="0">
                <a:solidFill>
                  <a:srgbClr val="15233F"/>
                </a:solidFill>
                <a:latin typeface="Arial" pitchFamily="34" charset="0"/>
                <a:ea typeface="Arial" pitchFamily="34" charset="-122"/>
                <a:cs typeface="Arial" pitchFamily="34" charset="-120"/>
              </a:rPr>
              <a:t> Amazon</a:t>
            </a:r>
            <a:endParaRPr lang="en-US" sz="1600" dirty="0"/>
          </a:p>
        </p:txBody>
      </p:sp>
      <p:sp>
        <p:nvSpPr>
          <p:cNvPr id="8" name="Text 6"/>
          <p:cNvSpPr txBox="1"/>
          <p:nvPr/>
        </p:nvSpPr>
        <p:spPr>
          <a:xfrm>
            <a:off x="1066830" y="2922148"/>
            <a:ext cx="1722090" cy="228600"/>
          </a:xfrm>
          <a:prstGeom prst="rect">
            <a:avLst/>
          </a:prstGeom>
          <a:noFill/>
          <a:ln/>
        </p:spPr>
        <p:txBody>
          <a:bodyPr wrap="square" lIns="0" tIns="0" rIns="0" bIns="0" rtlCol="0" anchor="t"/>
          <a:lstStyle/>
          <a:p>
            <a:pPr algn="l" indent="0" marL="0">
              <a:lnSpc>
                <a:spcPts val="1680"/>
              </a:lnSpc>
              <a:buNone/>
            </a:pPr>
            <a:r>
              <a:rPr lang="en-US" sz="1200" b="1" dirty="0">
                <a:solidFill>
                  <a:srgbClr val="3F4A5C"/>
                </a:solidFill>
                <a:latin typeface="Arial" pitchFamily="34" charset="0"/>
                <a:ea typeface="Arial" pitchFamily="34" charset="-122"/>
                <a:cs typeface="Arial" pitchFamily="34" charset="-120"/>
              </a:rPr>
              <a:t>Seas and oceans</a:t>
            </a:r>
            <a:endParaRPr lang="en-US" sz="1200" dirty="0"/>
          </a:p>
        </p:txBody>
      </p:sp>
      <p:sp>
        <p:nvSpPr>
          <p:cNvPr id="9" name="Text 7"/>
          <p:cNvSpPr txBox="1"/>
          <p:nvPr/>
        </p:nvSpPr>
        <p:spPr>
          <a:xfrm>
            <a:off x="2844790" y="2882737"/>
            <a:ext cx="2965674" cy="274320"/>
          </a:xfrm>
          <a:prstGeom prst="rect">
            <a:avLst/>
          </a:prstGeom>
          <a:noFill/>
          <a:ln/>
        </p:spPr>
        <p:txBody>
          <a:bodyPr wrap="square" lIns="0" tIns="0" rIns="0" bIns="0" rtlCol="0" anchor="t"/>
          <a:lstStyle/>
          <a:p>
            <a:pPr algn="l" indent="0" marL="0">
              <a:lnSpc>
                <a:spcPts val="2080"/>
              </a:lnSpc>
              <a:buNone/>
            </a:pPr>
            <a:r>
              <a:rPr lang="en-US" sz="1600" b="1" dirty="0">
                <a:solidFill>
                  <a:srgbClr val="A2470F"/>
                </a:solidFill>
                <a:latin typeface="Arial" pitchFamily="34" charset="0"/>
                <a:ea typeface="Arial" pitchFamily="34" charset="-122"/>
                <a:cs typeface="Arial" pitchFamily="34" charset="-120"/>
              </a:rPr>
              <a:t>the</a:t>
            </a:r>
            <a:pPr algn="l" indent="0" marL="0">
              <a:lnSpc>
                <a:spcPts val="2080"/>
              </a:lnSpc>
              <a:buNone/>
            </a:pPr>
            <a:r>
              <a:rPr lang="en-US" sz="1600" dirty="0">
                <a:solidFill>
                  <a:srgbClr val="15233F"/>
                </a:solidFill>
                <a:latin typeface="Arial" pitchFamily="34" charset="0"/>
                <a:ea typeface="Arial" pitchFamily="34" charset="-122"/>
                <a:cs typeface="Arial" pitchFamily="34" charset="-120"/>
              </a:rPr>
              <a:t> Aral Sea, </a:t>
            </a:r>
            <a:pPr algn="l" indent="0" marL="0">
              <a:lnSpc>
                <a:spcPts val="2080"/>
              </a:lnSpc>
              <a:buNone/>
            </a:pPr>
            <a:r>
              <a:rPr lang="en-US" sz="1600" b="1" dirty="0">
                <a:solidFill>
                  <a:srgbClr val="A2470F"/>
                </a:solidFill>
                <a:latin typeface="Arial" pitchFamily="34" charset="0"/>
                <a:ea typeface="Arial" pitchFamily="34" charset="-122"/>
                <a:cs typeface="Arial" pitchFamily="34" charset="-120"/>
              </a:rPr>
              <a:t>the</a:t>
            </a:r>
            <a:pPr algn="l" indent="0" marL="0">
              <a:lnSpc>
                <a:spcPts val="2080"/>
              </a:lnSpc>
              <a:buNone/>
            </a:pPr>
            <a:r>
              <a:rPr lang="en-US" sz="1600" dirty="0">
                <a:solidFill>
                  <a:srgbClr val="15233F"/>
                </a:solidFill>
                <a:latin typeface="Arial" pitchFamily="34" charset="0"/>
                <a:ea typeface="Arial" pitchFamily="34" charset="-122"/>
                <a:cs typeface="Arial" pitchFamily="34" charset="-120"/>
              </a:rPr>
              <a:t> Pacific</a:t>
            </a:r>
            <a:endParaRPr lang="en-US" sz="1600" dirty="0"/>
          </a:p>
        </p:txBody>
      </p:sp>
      <p:sp>
        <p:nvSpPr>
          <p:cNvPr id="10" name="Text 8"/>
          <p:cNvSpPr txBox="1"/>
          <p:nvPr/>
        </p:nvSpPr>
        <p:spPr>
          <a:xfrm>
            <a:off x="1066830" y="3300527"/>
            <a:ext cx="1722090" cy="228600"/>
          </a:xfrm>
          <a:prstGeom prst="rect">
            <a:avLst/>
          </a:prstGeom>
          <a:noFill/>
          <a:ln/>
        </p:spPr>
        <p:txBody>
          <a:bodyPr wrap="square" lIns="0" tIns="0" rIns="0" bIns="0" rtlCol="0" anchor="t"/>
          <a:lstStyle/>
          <a:p>
            <a:pPr algn="l" indent="0" marL="0">
              <a:lnSpc>
                <a:spcPts val="1680"/>
              </a:lnSpc>
              <a:buNone/>
            </a:pPr>
            <a:r>
              <a:rPr lang="en-US" sz="1200" b="1" dirty="0">
                <a:solidFill>
                  <a:srgbClr val="3F4A5C"/>
                </a:solidFill>
                <a:latin typeface="Arial" pitchFamily="34" charset="0"/>
                <a:ea typeface="Arial" pitchFamily="34" charset="-122"/>
                <a:cs typeface="Arial" pitchFamily="34" charset="-120"/>
              </a:rPr>
              <a:t>Mountain ranges</a:t>
            </a:r>
            <a:endParaRPr lang="en-US" sz="1200" dirty="0"/>
          </a:p>
        </p:txBody>
      </p:sp>
      <p:sp>
        <p:nvSpPr>
          <p:cNvPr id="11" name="Text 9"/>
          <p:cNvSpPr txBox="1"/>
          <p:nvPr/>
        </p:nvSpPr>
        <p:spPr>
          <a:xfrm>
            <a:off x="2844790" y="3261208"/>
            <a:ext cx="2965674" cy="274320"/>
          </a:xfrm>
          <a:prstGeom prst="rect">
            <a:avLst/>
          </a:prstGeom>
          <a:noFill/>
          <a:ln/>
        </p:spPr>
        <p:txBody>
          <a:bodyPr wrap="square" lIns="0" tIns="0" rIns="0" bIns="0" rtlCol="0" anchor="t"/>
          <a:lstStyle/>
          <a:p>
            <a:pPr algn="l" indent="0" marL="0">
              <a:lnSpc>
                <a:spcPts val="2080"/>
              </a:lnSpc>
              <a:buNone/>
            </a:pPr>
            <a:r>
              <a:rPr lang="en-US" sz="1600" b="1" dirty="0">
                <a:solidFill>
                  <a:srgbClr val="A2470F"/>
                </a:solidFill>
                <a:latin typeface="Arial" pitchFamily="34" charset="0"/>
                <a:ea typeface="Arial" pitchFamily="34" charset="-122"/>
                <a:cs typeface="Arial" pitchFamily="34" charset="-120"/>
              </a:rPr>
              <a:t>the</a:t>
            </a:r>
            <a:pPr algn="l" indent="0" marL="0">
              <a:lnSpc>
                <a:spcPts val="2080"/>
              </a:lnSpc>
              <a:buNone/>
            </a:pPr>
            <a:r>
              <a:rPr lang="en-US" sz="1600" dirty="0">
                <a:solidFill>
                  <a:srgbClr val="15233F"/>
                </a:solidFill>
                <a:latin typeface="Arial" pitchFamily="34" charset="0"/>
                <a:ea typeface="Arial" pitchFamily="34" charset="-122"/>
                <a:cs typeface="Arial" pitchFamily="34" charset="-120"/>
              </a:rPr>
              <a:t> Alps, </a:t>
            </a:r>
            <a:pPr algn="l" indent="0" marL="0">
              <a:lnSpc>
                <a:spcPts val="2080"/>
              </a:lnSpc>
              <a:buNone/>
            </a:pPr>
            <a:r>
              <a:rPr lang="en-US" sz="1600" b="1" dirty="0">
                <a:solidFill>
                  <a:srgbClr val="A2470F"/>
                </a:solidFill>
                <a:latin typeface="Arial" pitchFamily="34" charset="0"/>
                <a:ea typeface="Arial" pitchFamily="34" charset="-122"/>
                <a:cs typeface="Arial" pitchFamily="34" charset="-120"/>
              </a:rPr>
              <a:t>the</a:t>
            </a:r>
            <a:pPr algn="l" indent="0" marL="0">
              <a:lnSpc>
                <a:spcPts val="2080"/>
              </a:lnSpc>
              <a:buNone/>
            </a:pPr>
            <a:r>
              <a:rPr lang="en-US" sz="1600" dirty="0">
                <a:solidFill>
                  <a:srgbClr val="15233F"/>
                </a:solidFill>
                <a:latin typeface="Arial" pitchFamily="34" charset="0"/>
                <a:ea typeface="Arial" pitchFamily="34" charset="-122"/>
                <a:cs typeface="Arial" pitchFamily="34" charset="-120"/>
              </a:rPr>
              <a:t> Himalayas</a:t>
            </a:r>
            <a:endParaRPr lang="en-US" sz="1600" dirty="0"/>
          </a:p>
        </p:txBody>
      </p:sp>
      <p:sp>
        <p:nvSpPr>
          <p:cNvPr id="12" name="Text 10"/>
          <p:cNvSpPr txBox="1"/>
          <p:nvPr/>
        </p:nvSpPr>
        <p:spPr>
          <a:xfrm>
            <a:off x="1066830" y="3678997"/>
            <a:ext cx="1722090" cy="228600"/>
          </a:xfrm>
          <a:prstGeom prst="rect">
            <a:avLst/>
          </a:prstGeom>
          <a:noFill/>
          <a:ln/>
        </p:spPr>
        <p:txBody>
          <a:bodyPr wrap="square" lIns="0" tIns="0" rIns="0" bIns="0" rtlCol="0" anchor="t"/>
          <a:lstStyle/>
          <a:p>
            <a:pPr algn="l" indent="0" marL="0">
              <a:lnSpc>
                <a:spcPts val="1680"/>
              </a:lnSpc>
              <a:buNone/>
            </a:pPr>
            <a:r>
              <a:rPr lang="en-US" sz="1200" b="1" dirty="0">
                <a:solidFill>
                  <a:srgbClr val="3F4A5C"/>
                </a:solidFill>
                <a:latin typeface="Arial" pitchFamily="34" charset="0"/>
                <a:ea typeface="Arial" pitchFamily="34" charset="-122"/>
                <a:cs typeface="Arial" pitchFamily="34" charset="-120"/>
              </a:rPr>
              <a:t>Deserts</a:t>
            </a:r>
            <a:endParaRPr lang="en-US" sz="1200" dirty="0"/>
          </a:p>
        </p:txBody>
      </p:sp>
      <p:sp>
        <p:nvSpPr>
          <p:cNvPr id="13" name="Text 11"/>
          <p:cNvSpPr txBox="1"/>
          <p:nvPr/>
        </p:nvSpPr>
        <p:spPr>
          <a:xfrm>
            <a:off x="2844790" y="3639586"/>
            <a:ext cx="2965674" cy="274320"/>
          </a:xfrm>
          <a:prstGeom prst="rect">
            <a:avLst/>
          </a:prstGeom>
          <a:noFill/>
          <a:ln/>
        </p:spPr>
        <p:txBody>
          <a:bodyPr wrap="square" lIns="0" tIns="0" rIns="0" bIns="0" rtlCol="0" anchor="t"/>
          <a:lstStyle/>
          <a:p>
            <a:pPr algn="l" indent="0" marL="0">
              <a:lnSpc>
                <a:spcPts val="2080"/>
              </a:lnSpc>
              <a:buNone/>
            </a:pPr>
            <a:r>
              <a:rPr lang="en-US" sz="1600" b="1" dirty="0">
                <a:solidFill>
                  <a:srgbClr val="A2470F"/>
                </a:solidFill>
                <a:latin typeface="Arial" pitchFamily="34" charset="0"/>
                <a:ea typeface="Arial" pitchFamily="34" charset="-122"/>
                <a:cs typeface="Arial" pitchFamily="34" charset="-120"/>
              </a:rPr>
              <a:t>the</a:t>
            </a:r>
            <a:pPr algn="l" indent="0" marL="0">
              <a:lnSpc>
                <a:spcPts val="2080"/>
              </a:lnSpc>
              <a:buNone/>
            </a:pPr>
            <a:r>
              <a:rPr lang="en-US" sz="1600" dirty="0">
                <a:solidFill>
                  <a:srgbClr val="15233F"/>
                </a:solidFill>
                <a:latin typeface="Arial" pitchFamily="34" charset="0"/>
                <a:ea typeface="Arial" pitchFamily="34" charset="-122"/>
                <a:cs typeface="Arial" pitchFamily="34" charset="-120"/>
              </a:rPr>
              <a:t> Sahara, </a:t>
            </a:r>
            <a:pPr algn="l" indent="0" marL="0">
              <a:lnSpc>
                <a:spcPts val="2080"/>
              </a:lnSpc>
              <a:buNone/>
            </a:pPr>
            <a:r>
              <a:rPr lang="en-US" sz="1600" b="1" dirty="0">
                <a:solidFill>
                  <a:srgbClr val="A2470F"/>
                </a:solidFill>
                <a:latin typeface="Arial" pitchFamily="34" charset="0"/>
                <a:ea typeface="Arial" pitchFamily="34" charset="-122"/>
                <a:cs typeface="Arial" pitchFamily="34" charset="-120"/>
              </a:rPr>
              <a:t>the</a:t>
            </a:r>
            <a:pPr algn="l" indent="0" marL="0">
              <a:lnSpc>
                <a:spcPts val="2080"/>
              </a:lnSpc>
              <a:buNone/>
            </a:pPr>
            <a:r>
              <a:rPr lang="en-US" sz="1600" dirty="0">
                <a:solidFill>
                  <a:srgbClr val="15233F"/>
                </a:solidFill>
                <a:latin typeface="Arial" pitchFamily="34" charset="0"/>
                <a:ea typeface="Arial" pitchFamily="34" charset="-122"/>
                <a:cs typeface="Arial" pitchFamily="34" charset="-120"/>
              </a:rPr>
              <a:t> Gobi</a:t>
            </a:r>
            <a:endParaRPr lang="en-US" sz="1600" dirty="0"/>
          </a:p>
        </p:txBody>
      </p:sp>
      <p:sp>
        <p:nvSpPr>
          <p:cNvPr id="14" name="Text 12"/>
          <p:cNvSpPr txBox="1"/>
          <p:nvPr/>
        </p:nvSpPr>
        <p:spPr>
          <a:xfrm>
            <a:off x="1066830" y="4057376"/>
            <a:ext cx="1722090" cy="441838"/>
          </a:xfrm>
          <a:prstGeom prst="rect">
            <a:avLst/>
          </a:prstGeom>
          <a:noFill/>
          <a:ln/>
        </p:spPr>
        <p:txBody>
          <a:bodyPr wrap="square" lIns="0" tIns="0" rIns="0" bIns="0" rtlCol="0" anchor="t"/>
          <a:lstStyle/>
          <a:p>
            <a:pPr algn="l" indent="0" marL="0">
              <a:lnSpc>
                <a:spcPts val="1680"/>
              </a:lnSpc>
              <a:buNone/>
            </a:pPr>
            <a:r>
              <a:rPr lang="en-US" sz="1200" b="1" dirty="0">
                <a:solidFill>
                  <a:srgbClr val="3F4A5C"/>
                </a:solidFill>
                <a:latin typeface="Arial" pitchFamily="34" charset="0"/>
                <a:ea typeface="Arial" pitchFamily="34" charset="-122"/>
                <a:cs typeface="Arial" pitchFamily="34" charset="-120"/>
              </a:rPr>
              <a:t>States, Kingdom, Emirates</a:t>
            </a:r>
            <a:endParaRPr lang="en-US" sz="1200" dirty="0"/>
          </a:p>
        </p:txBody>
      </p:sp>
      <p:sp>
        <p:nvSpPr>
          <p:cNvPr id="15" name="Text 13"/>
          <p:cNvSpPr txBox="1"/>
          <p:nvPr/>
        </p:nvSpPr>
        <p:spPr>
          <a:xfrm>
            <a:off x="2844790" y="4018056"/>
            <a:ext cx="2965674" cy="274320"/>
          </a:xfrm>
          <a:prstGeom prst="rect">
            <a:avLst/>
          </a:prstGeom>
          <a:noFill/>
          <a:ln/>
        </p:spPr>
        <p:txBody>
          <a:bodyPr wrap="square" lIns="0" tIns="0" rIns="0" bIns="0" rtlCol="0" anchor="t"/>
          <a:lstStyle/>
          <a:p>
            <a:pPr algn="l" indent="0" marL="0">
              <a:lnSpc>
                <a:spcPts val="2080"/>
              </a:lnSpc>
              <a:buNone/>
            </a:pPr>
            <a:r>
              <a:rPr lang="en-US" sz="1600" b="1" dirty="0">
                <a:solidFill>
                  <a:srgbClr val="A2470F"/>
                </a:solidFill>
                <a:latin typeface="Arial" pitchFamily="34" charset="0"/>
                <a:ea typeface="Arial" pitchFamily="34" charset="-122"/>
                <a:cs typeface="Arial" pitchFamily="34" charset="-120"/>
              </a:rPr>
              <a:t>the</a:t>
            </a:r>
            <a:pPr algn="l" indent="0" marL="0">
              <a:lnSpc>
                <a:spcPts val="2080"/>
              </a:lnSpc>
              <a:buNone/>
            </a:pPr>
            <a:r>
              <a:rPr lang="en-US" sz="1600" dirty="0">
                <a:solidFill>
                  <a:srgbClr val="15233F"/>
                </a:solidFill>
                <a:latin typeface="Arial" pitchFamily="34" charset="0"/>
                <a:ea typeface="Arial" pitchFamily="34" charset="-122"/>
                <a:cs typeface="Arial" pitchFamily="34" charset="-120"/>
              </a:rPr>
              <a:t> USA, </a:t>
            </a:r>
            <a:pPr algn="l" indent="0" marL="0">
              <a:lnSpc>
                <a:spcPts val="2080"/>
              </a:lnSpc>
              <a:buNone/>
            </a:pPr>
            <a:r>
              <a:rPr lang="en-US" sz="1600" b="1" dirty="0">
                <a:solidFill>
                  <a:srgbClr val="A2470F"/>
                </a:solidFill>
                <a:latin typeface="Arial" pitchFamily="34" charset="0"/>
                <a:ea typeface="Arial" pitchFamily="34" charset="-122"/>
                <a:cs typeface="Arial" pitchFamily="34" charset="-120"/>
              </a:rPr>
              <a:t>the</a:t>
            </a:r>
            <a:pPr algn="l" indent="0" marL="0">
              <a:lnSpc>
                <a:spcPts val="2080"/>
              </a:lnSpc>
              <a:buNone/>
            </a:pPr>
            <a:r>
              <a:rPr lang="en-US" sz="1600" dirty="0">
                <a:solidFill>
                  <a:srgbClr val="15233F"/>
                </a:solidFill>
                <a:latin typeface="Arial" pitchFamily="34" charset="0"/>
                <a:ea typeface="Arial" pitchFamily="34" charset="-122"/>
                <a:cs typeface="Arial" pitchFamily="34" charset="-120"/>
              </a:rPr>
              <a:t> UK, </a:t>
            </a:r>
            <a:pPr algn="l" indent="0" marL="0">
              <a:lnSpc>
                <a:spcPts val="2080"/>
              </a:lnSpc>
              <a:buNone/>
            </a:pPr>
            <a:r>
              <a:rPr lang="en-US" sz="1600" b="1" dirty="0">
                <a:solidFill>
                  <a:srgbClr val="A2470F"/>
                </a:solidFill>
                <a:latin typeface="Arial" pitchFamily="34" charset="0"/>
                <a:ea typeface="Arial" pitchFamily="34" charset="-122"/>
                <a:cs typeface="Arial" pitchFamily="34" charset="-120"/>
              </a:rPr>
              <a:t>the</a:t>
            </a:r>
            <a:pPr algn="l" indent="0" marL="0">
              <a:lnSpc>
                <a:spcPts val="2080"/>
              </a:lnSpc>
              <a:buNone/>
            </a:pPr>
            <a:r>
              <a:rPr lang="en-US" sz="1600" dirty="0">
                <a:solidFill>
                  <a:srgbClr val="15233F"/>
                </a:solidFill>
                <a:latin typeface="Arial" pitchFamily="34" charset="0"/>
                <a:ea typeface="Arial" pitchFamily="34" charset="-122"/>
                <a:cs typeface="Arial" pitchFamily="34" charset="-120"/>
              </a:rPr>
              <a:t> UAE</a:t>
            </a:r>
            <a:endParaRPr lang="en-US" sz="1600" dirty="0"/>
          </a:p>
        </p:txBody>
      </p:sp>
      <p:sp>
        <p:nvSpPr>
          <p:cNvPr id="16" name="Text 14"/>
          <p:cNvSpPr txBox="1"/>
          <p:nvPr/>
        </p:nvSpPr>
        <p:spPr>
          <a:xfrm>
            <a:off x="1066830" y="4642775"/>
            <a:ext cx="1722090" cy="228600"/>
          </a:xfrm>
          <a:prstGeom prst="rect">
            <a:avLst/>
          </a:prstGeom>
          <a:noFill/>
          <a:ln/>
        </p:spPr>
        <p:txBody>
          <a:bodyPr wrap="square" lIns="0" tIns="0" rIns="0" bIns="0" rtlCol="0" anchor="t"/>
          <a:lstStyle/>
          <a:p>
            <a:pPr algn="l" indent="0" marL="0">
              <a:lnSpc>
                <a:spcPts val="1680"/>
              </a:lnSpc>
              <a:buNone/>
            </a:pPr>
            <a:r>
              <a:rPr lang="en-US" sz="1200" b="1" dirty="0">
                <a:solidFill>
                  <a:srgbClr val="3F4A5C"/>
                </a:solidFill>
                <a:latin typeface="Arial" pitchFamily="34" charset="0"/>
                <a:ea typeface="Arial" pitchFamily="34" charset="-122"/>
                <a:cs typeface="Arial" pitchFamily="34" charset="-120"/>
              </a:rPr>
              <a:t>Plural names</a:t>
            </a:r>
            <a:endParaRPr lang="en-US" sz="1200" dirty="0"/>
          </a:p>
        </p:txBody>
      </p:sp>
      <p:sp>
        <p:nvSpPr>
          <p:cNvPr id="17" name="Text 15"/>
          <p:cNvSpPr txBox="1"/>
          <p:nvPr/>
        </p:nvSpPr>
        <p:spPr>
          <a:xfrm>
            <a:off x="2844790" y="4603455"/>
            <a:ext cx="2965674" cy="274320"/>
          </a:xfrm>
          <a:prstGeom prst="rect">
            <a:avLst/>
          </a:prstGeom>
          <a:noFill/>
          <a:ln/>
        </p:spPr>
        <p:txBody>
          <a:bodyPr wrap="square" lIns="0" tIns="0" rIns="0" bIns="0" rtlCol="0" anchor="t"/>
          <a:lstStyle/>
          <a:p>
            <a:pPr algn="l" indent="0" marL="0">
              <a:lnSpc>
                <a:spcPts val="2080"/>
              </a:lnSpc>
              <a:buNone/>
            </a:pPr>
            <a:r>
              <a:rPr lang="en-US" sz="1600" b="1" dirty="0">
                <a:solidFill>
                  <a:srgbClr val="A2470F"/>
                </a:solidFill>
                <a:latin typeface="Arial" pitchFamily="34" charset="0"/>
                <a:ea typeface="Arial" pitchFamily="34" charset="-122"/>
                <a:cs typeface="Arial" pitchFamily="34" charset="-120"/>
              </a:rPr>
              <a:t>the</a:t>
            </a:r>
            <a:pPr algn="l" indent="0" marL="0">
              <a:lnSpc>
                <a:spcPts val="2080"/>
              </a:lnSpc>
              <a:buNone/>
            </a:pPr>
            <a:r>
              <a:rPr lang="en-US" sz="1600" dirty="0">
                <a:solidFill>
                  <a:srgbClr val="15233F"/>
                </a:solidFill>
                <a:latin typeface="Arial" pitchFamily="34" charset="0"/>
                <a:ea typeface="Arial" pitchFamily="34" charset="-122"/>
                <a:cs typeface="Arial" pitchFamily="34" charset="-120"/>
              </a:rPr>
              <a:t> Netherlands</a:t>
            </a:r>
            <a:endParaRPr lang="en-US" sz="1600" dirty="0"/>
          </a:p>
        </p:txBody>
      </p:sp>
      <p:sp>
        <p:nvSpPr>
          <p:cNvPr id="18" name="Shape 16"/>
          <p:cNvSpPr/>
          <p:nvPr/>
        </p:nvSpPr>
        <p:spPr>
          <a:xfrm>
            <a:off x="6223041" y="1803288"/>
            <a:ext cx="5156210" cy="3328416"/>
          </a:xfrm>
          <a:prstGeom prst="roundRect">
            <a:avLst>
              <a:gd name="adj" fmla="val 3816"/>
            </a:avLst>
          </a:prstGeom>
          <a:solidFill>
            <a:srgbClr val="ECEAE6"/>
          </a:solidFill>
          <a:ln/>
        </p:spPr>
      </p:sp>
      <p:sp>
        <p:nvSpPr>
          <p:cNvPr id="19" name="Text 17"/>
          <p:cNvSpPr txBox="1"/>
          <p:nvPr/>
        </p:nvSpPr>
        <p:spPr>
          <a:xfrm>
            <a:off x="6476970" y="2057309"/>
            <a:ext cx="4779294" cy="304770"/>
          </a:xfrm>
          <a:prstGeom prst="rect">
            <a:avLst/>
          </a:prstGeom>
          <a:noFill/>
          <a:ln/>
        </p:spPr>
        <p:txBody>
          <a:bodyPr wrap="square" lIns="0" tIns="0" rIns="0" bIns="0" rtlCol="0" anchor="t"/>
          <a:lstStyle/>
          <a:p>
            <a:pPr algn="l" indent="0" marL="0">
              <a:lnSpc>
                <a:spcPts val="2400"/>
              </a:lnSpc>
              <a:buNone/>
            </a:pPr>
            <a:r>
              <a:rPr lang="en-US" sz="2000" b="1" dirty="0">
                <a:solidFill>
                  <a:srgbClr val="5E6675"/>
                </a:solidFill>
                <a:latin typeface="Arial" pitchFamily="34" charset="0"/>
                <a:ea typeface="Arial" pitchFamily="34" charset="-122"/>
                <a:cs typeface="Arial" pitchFamily="34" charset="-120"/>
              </a:rPr>
              <a:t>No article (Ø)</a:t>
            </a:r>
            <a:endParaRPr lang="en-US" sz="2000" dirty="0"/>
          </a:p>
        </p:txBody>
      </p:sp>
      <p:sp>
        <p:nvSpPr>
          <p:cNvPr id="20" name="Text 18"/>
          <p:cNvSpPr txBox="1"/>
          <p:nvPr/>
        </p:nvSpPr>
        <p:spPr>
          <a:xfrm>
            <a:off x="6476970" y="2543678"/>
            <a:ext cx="1722090" cy="228600"/>
          </a:xfrm>
          <a:prstGeom prst="rect">
            <a:avLst/>
          </a:prstGeom>
          <a:noFill/>
          <a:ln/>
        </p:spPr>
        <p:txBody>
          <a:bodyPr wrap="square" lIns="0" tIns="0" rIns="0" bIns="0" rtlCol="0" anchor="t"/>
          <a:lstStyle/>
          <a:p>
            <a:pPr algn="l" indent="0" marL="0">
              <a:lnSpc>
                <a:spcPts val="1680"/>
              </a:lnSpc>
              <a:buNone/>
            </a:pPr>
            <a:r>
              <a:rPr lang="en-US" sz="1200" b="1" dirty="0">
                <a:solidFill>
                  <a:srgbClr val="3F4A5C"/>
                </a:solidFill>
                <a:latin typeface="Arial" pitchFamily="34" charset="0"/>
                <a:ea typeface="Arial" pitchFamily="34" charset="-122"/>
                <a:cs typeface="Arial" pitchFamily="34" charset="-120"/>
              </a:rPr>
              <a:t>Most countries</a:t>
            </a:r>
            <a:endParaRPr lang="en-US" sz="1200" dirty="0"/>
          </a:p>
        </p:txBody>
      </p:sp>
      <p:sp>
        <p:nvSpPr>
          <p:cNvPr id="21" name="Text 19"/>
          <p:cNvSpPr txBox="1"/>
          <p:nvPr/>
        </p:nvSpPr>
        <p:spPr>
          <a:xfrm>
            <a:off x="8255020" y="2504359"/>
            <a:ext cx="2965674" cy="274320"/>
          </a:xfrm>
          <a:prstGeom prst="rect">
            <a:avLst/>
          </a:prstGeom>
          <a:noFill/>
          <a:ln/>
        </p:spPr>
        <p:txBody>
          <a:bodyPr wrap="square" lIns="0" tIns="0" rIns="0" bIns="0" rtlCol="0" anchor="t"/>
          <a:lstStyle/>
          <a:p>
            <a:pPr algn="l" indent="0" marL="0">
              <a:lnSpc>
                <a:spcPts val="2080"/>
              </a:lnSpc>
              <a:buNone/>
            </a:pPr>
            <a:r>
              <a:rPr lang="en-US" sz="1600" dirty="0">
                <a:solidFill>
                  <a:srgbClr val="15233F"/>
                </a:solidFill>
                <a:latin typeface="Arial" pitchFamily="34" charset="0"/>
                <a:ea typeface="Arial" pitchFamily="34" charset="-122"/>
                <a:cs typeface="Arial" pitchFamily="34" charset="-120"/>
              </a:rPr>
              <a:t>Uzbekistan, Japan, Brazil</a:t>
            </a:r>
            <a:endParaRPr lang="en-US" sz="1600" dirty="0"/>
          </a:p>
        </p:txBody>
      </p:sp>
      <p:sp>
        <p:nvSpPr>
          <p:cNvPr id="22" name="Text 20"/>
          <p:cNvSpPr txBox="1"/>
          <p:nvPr/>
        </p:nvSpPr>
        <p:spPr>
          <a:xfrm>
            <a:off x="6476970" y="2922148"/>
            <a:ext cx="1722090" cy="228600"/>
          </a:xfrm>
          <a:prstGeom prst="rect">
            <a:avLst/>
          </a:prstGeom>
          <a:noFill/>
          <a:ln/>
        </p:spPr>
        <p:txBody>
          <a:bodyPr wrap="square" lIns="0" tIns="0" rIns="0" bIns="0" rtlCol="0" anchor="t"/>
          <a:lstStyle/>
          <a:p>
            <a:pPr algn="l" indent="0" marL="0">
              <a:lnSpc>
                <a:spcPts val="1680"/>
              </a:lnSpc>
              <a:buNone/>
            </a:pPr>
            <a:r>
              <a:rPr lang="en-US" sz="1200" b="1" dirty="0">
                <a:solidFill>
                  <a:srgbClr val="3F4A5C"/>
                </a:solidFill>
                <a:latin typeface="Arial" pitchFamily="34" charset="0"/>
                <a:ea typeface="Arial" pitchFamily="34" charset="-122"/>
                <a:cs typeface="Arial" pitchFamily="34" charset="-120"/>
              </a:rPr>
              <a:t>Cities</a:t>
            </a:r>
            <a:endParaRPr lang="en-US" sz="1200" dirty="0"/>
          </a:p>
        </p:txBody>
      </p:sp>
      <p:sp>
        <p:nvSpPr>
          <p:cNvPr id="23" name="Text 21"/>
          <p:cNvSpPr txBox="1"/>
          <p:nvPr/>
        </p:nvSpPr>
        <p:spPr>
          <a:xfrm>
            <a:off x="8255020" y="2882737"/>
            <a:ext cx="2965674" cy="274320"/>
          </a:xfrm>
          <a:prstGeom prst="rect">
            <a:avLst/>
          </a:prstGeom>
          <a:noFill/>
          <a:ln/>
        </p:spPr>
        <p:txBody>
          <a:bodyPr wrap="square" lIns="0" tIns="0" rIns="0" bIns="0" rtlCol="0" anchor="t"/>
          <a:lstStyle/>
          <a:p>
            <a:pPr algn="l" indent="0" marL="0">
              <a:lnSpc>
                <a:spcPts val="2080"/>
              </a:lnSpc>
              <a:buNone/>
            </a:pPr>
            <a:r>
              <a:rPr lang="en-US" sz="1600" dirty="0">
                <a:solidFill>
                  <a:srgbClr val="15233F"/>
                </a:solidFill>
                <a:latin typeface="Arial" pitchFamily="34" charset="0"/>
                <a:ea typeface="Arial" pitchFamily="34" charset="-122"/>
                <a:cs typeface="Arial" pitchFamily="34" charset="-120"/>
              </a:rPr>
              <a:t>Tashkent, London, Paris</a:t>
            </a:r>
            <a:endParaRPr lang="en-US" sz="1600" dirty="0"/>
          </a:p>
        </p:txBody>
      </p:sp>
      <p:sp>
        <p:nvSpPr>
          <p:cNvPr id="24" name="Text 22"/>
          <p:cNvSpPr txBox="1"/>
          <p:nvPr/>
        </p:nvSpPr>
        <p:spPr>
          <a:xfrm>
            <a:off x="6476970" y="3300527"/>
            <a:ext cx="1722090" cy="228600"/>
          </a:xfrm>
          <a:prstGeom prst="rect">
            <a:avLst/>
          </a:prstGeom>
          <a:noFill/>
          <a:ln/>
        </p:spPr>
        <p:txBody>
          <a:bodyPr wrap="square" lIns="0" tIns="0" rIns="0" bIns="0" rtlCol="0" anchor="t"/>
          <a:lstStyle/>
          <a:p>
            <a:pPr algn="l" indent="0" marL="0">
              <a:lnSpc>
                <a:spcPts val="1680"/>
              </a:lnSpc>
              <a:buNone/>
            </a:pPr>
            <a:r>
              <a:rPr lang="en-US" sz="1200" b="1" dirty="0">
                <a:solidFill>
                  <a:srgbClr val="3F4A5C"/>
                </a:solidFill>
                <a:latin typeface="Arial" pitchFamily="34" charset="0"/>
                <a:ea typeface="Arial" pitchFamily="34" charset="-122"/>
                <a:cs typeface="Arial" pitchFamily="34" charset="-120"/>
              </a:rPr>
              <a:t>Continents</a:t>
            </a:r>
            <a:endParaRPr lang="en-US" sz="1200" dirty="0"/>
          </a:p>
        </p:txBody>
      </p:sp>
      <p:sp>
        <p:nvSpPr>
          <p:cNvPr id="25" name="Text 23"/>
          <p:cNvSpPr txBox="1"/>
          <p:nvPr/>
        </p:nvSpPr>
        <p:spPr>
          <a:xfrm>
            <a:off x="8255020" y="3261208"/>
            <a:ext cx="2965674" cy="274320"/>
          </a:xfrm>
          <a:prstGeom prst="rect">
            <a:avLst/>
          </a:prstGeom>
          <a:noFill/>
          <a:ln/>
        </p:spPr>
        <p:txBody>
          <a:bodyPr wrap="square" lIns="0" tIns="0" rIns="0" bIns="0" rtlCol="0" anchor="t"/>
          <a:lstStyle/>
          <a:p>
            <a:pPr algn="l" indent="0" marL="0">
              <a:lnSpc>
                <a:spcPts val="2080"/>
              </a:lnSpc>
              <a:buNone/>
            </a:pPr>
            <a:r>
              <a:rPr lang="en-US" sz="1600" dirty="0">
                <a:solidFill>
                  <a:srgbClr val="15233F"/>
                </a:solidFill>
                <a:latin typeface="Arial" pitchFamily="34" charset="0"/>
                <a:ea typeface="Arial" pitchFamily="34" charset="-122"/>
                <a:cs typeface="Arial" pitchFamily="34" charset="-120"/>
              </a:rPr>
              <a:t>Asia, Europe, Africa</a:t>
            </a:r>
            <a:endParaRPr lang="en-US" sz="1600" dirty="0"/>
          </a:p>
        </p:txBody>
      </p:sp>
      <p:sp>
        <p:nvSpPr>
          <p:cNvPr id="26" name="Text 24"/>
          <p:cNvSpPr txBox="1"/>
          <p:nvPr/>
        </p:nvSpPr>
        <p:spPr>
          <a:xfrm>
            <a:off x="6476970" y="3678997"/>
            <a:ext cx="1722090" cy="228600"/>
          </a:xfrm>
          <a:prstGeom prst="rect">
            <a:avLst/>
          </a:prstGeom>
          <a:noFill/>
          <a:ln/>
        </p:spPr>
        <p:txBody>
          <a:bodyPr wrap="square" lIns="0" tIns="0" rIns="0" bIns="0" rtlCol="0" anchor="t"/>
          <a:lstStyle/>
          <a:p>
            <a:pPr algn="l" indent="0" marL="0">
              <a:lnSpc>
                <a:spcPts val="1680"/>
              </a:lnSpc>
              <a:buNone/>
            </a:pPr>
            <a:r>
              <a:rPr lang="en-US" sz="1200" b="1" dirty="0">
                <a:solidFill>
                  <a:srgbClr val="3F4A5C"/>
                </a:solidFill>
                <a:latin typeface="Arial" pitchFamily="34" charset="0"/>
                <a:ea typeface="Arial" pitchFamily="34" charset="-122"/>
                <a:cs typeface="Arial" pitchFamily="34" charset="-120"/>
              </a:rPr>
              <a:t>Single mountains</a:t>
            </a:r>
            <a:endParaRPr lang="en-US" sz="1200" dirty="0"/>
          </a:p>
        </p:txBody>
      </p:sp>
      <p:sp>
        <p:nvSpPr>
          <p:cNvPr id="27" name="Text 25"/>
          <p:cNvSpPr txBox="1"/>
          <p:nvPr/>
        </p:nvSpPr>
        <p:spPr>
          <a:xfrm>
            <a:off x="8255020" y="3639586"/>
            <a:ext cx="2965674" cy="274320"/>
          </a:xfrm>
          <a:prstGeom prst="rect">
            <a:avLst/>
          </a:prstGeom>
          <a:noFill/>
          <a:ln/>
        </p:spPr>
        <p:txBody>
          <a:bodyPr wrap="square" lIns="0" tIns="0" rIns="0" bIns="0" rtlCol="0" anchor="t"/>
          <a:lstStyle/>
          <a:p>
            <a:pPr algn="l" indent="0" marL="0">
              <a:lnSpc>
                <a:spcPts val="2080"/>
              </a:lnSpc>
              <a:buNone/>
            </a:pPr>
            <a:r>
              <a:rPr lang="en-US" sz="1600" dirty="0">
                <a:solidFill>
                  <a:srgbClr val="15233F"/>
                </a:solidFill>
                <a:latin typeface="Arial" pitchFamily="34" charset="0"/>
                <a:ea typeface="Arial" pitchFamily="34" charset="-122"/>
                <a:cs typeface="Arial" pitchFamily="34" charset="-120"/>
              </a:rPr>
              <a:t>Mount Everest</a:t>
            </a:r>
            <a:endParaRPr lang="en-US" sz="1600" dirty="0"/>
          </a:p>
        </p:txBody>
      </p:sp>
      <p:sp>
        <p:nvSpPr>
          <p:cNvPr id="28" name="Text 26"/>
          <p:cNvSpPr txBox="1"/>
          <p:nvPr/>
        </p:nvSpPr>
        <p:spPr>
          <a:xfrm>
            <a:off x="6476970" y="4057376"/>
            <a:ext cx="1722090" cy="228600"/>
          </a:xfrm>
          <a:prstGeom prst="rect">
            <a:avLst/>
          </a:prstGeom>
          <a:noFill/>
          <a:ln/>
        </p:spPr>
        <p:txBody>
          <a:bodyPr wrap="square" lIns="0" tIns="0" rIns="0" bIns="0" rtlCol="0" anchor="t"/>
          <a:lstStyle/>
          <a:p>
            <a:pPr algn="l" indent="0" marL="0">
              <a:lnSpc>
                <a:spcPts val="1680"/>
              </a:lnSpc>
              <a:buNone/>
            </a:pPr>
            <a:r>
              <a:rPr lang="en-US" sz="1200" b="1" dirty="0">
                <a:solidFill>
                  <a:srgbClr val="3F4A5C"/>
                </a:solidFill>
                <a:latin typeface="Arial" pitchFamily="34" charset="0"/>
                <a:ea typeface="Arial" pitchFamily="34" charset="-122"/>
                <a:cs typeface="Arial" pitchFamily="34" charset="-120"/>
              </a:rPr>
              <a:t>Lakes</a:t>
            </a:r>
            <a:endParaRPr lang="en-US" sz="1200" dirty="0"/>
          </a:p>
        </p:txBody>
      </p:sp>
      <p:sp>
        <p:nvSpPr>
          <p:cNvPr id="29" name="Text 27"/>
          <p:cNvSpPr txBox="1"/>
          <p:nvPr/>
        </p:nvSpPr>
        <p:spPr>
          <a:xfrm>
            <a:off x="8255020" y="4018056"/>
            <a:ext cx="2965674" cy="274320"/>
          </a:xfrm>
          <a:prstGeom prst="rect">
            <a:avLst/>
          </a:prstGeom>
          <a:noFill/>
          <a:ln/>
        </p:spPr>
        <p:txBody>
          <a:bodyPr wrap="square" lIns="0" tIns="0" rIns="0" bIns="0" rtlCol="0" anchor="t"/>
          <a:lstStyle/>
          <a:p>
            <a:pPr algn="l" indent="0" marL="0">
              <a:lnSpc>
                <a:spcPts val="2080"/>
              </a:lnSpc>
              <a:buNone/>
            </a:pPr>
            <a:r>
              <a:rPr lang="en-US" sz="1600" dirty="0">
                <a:solidFill>
                  <a:srgbClr val="15233F"/>
                </a:solidFill>
                <a:latin typeface="Arial" pitchFamily="34" charset="0"/>
                <a:ea typeface="Arial" pitchFamily="34" charset="-122"/>
                <a:cs typeface="Arial" pitchFamily="34" charset="-120"/>
              </a:rPr>
              <a:t>Lake Baikal</a:t>
            </a:r>
            <a:endParaRPr lang="en-US" sz="1600" dirty="0"/>
          </a:p>
        </p:txBody>
      </p:sp>
      <p:sp>
        <p:nvSpPr>
          <p:cNvPr id="30" name="Text 28"/>
          <p:cNvSpPr txBox="1"/>
          <p:nvPr/>
        </p:nvSpPr>
        <p:spPr>
          <a:xfrm>
            <a:off x="6476970" y="4435846"/>
            <a:ext cx="1722090" cy="228600"/>
          </a:xfrm>
          <a:prstGeom prst="rect">
            <a:avLst/>
          </a:prstGeom>
          <a:noFill/>
          <a:ln/>
        </p:spPr>
        <p:txBody>
          <a:bodyPr wrap="square" lIns="0" tIns="0" rIns="0" bIns="0" rtlCol="0" anchor="t"/>
          <a:lstStyle/>
          <a:p>
            <a:pPr algn="l" indent="0" marL="0">
              <a:lnSpc>
                <a:spcPts val="1680"/>
              </a:lnSpc>
              <a:buNone/>
            </a:pPr>
            <a:r>
              <a:rPr lang="en-US" sz="1200" b="1" dirty="0">
                <a:solidFill>
                  <a:srgbClr val="3F4A5C"/>
                </a:solidFill>
                <a:latin typeface="Arial" pitchFamily="34" charset="0"/>
                <a:ea typeface="Arial" pitchFamily="34" charset="-122"/>
                <a:cs typeface="Arial" pitchFamily="34" charset="-120"/>
              </a:rPr>
              <a:t>Streets</a:t>
            </a:r>
            <a:endParaRPr lang="en-US" sz="1200" dirty="0"/>
          </a:p>
        </p:txBody>
      </p:sp>
      <p:sp>
        <p:nvSpPr>
          <p:cNvPr id="31" name="Text 29"/>
          <p:cNvSpPr txBox="1"/>
          <p:nvPr/>
        </p:nvSpPr>
        <p:spPr>
          <a:xfrm>
            <a:off x="8255020" y="4396435"/>
            <a:ext cx="2965674" cy="274320"/>
          </a:xfrm>
          <a:prstGeom prst="rect">
            <a:avLst/>
          </a:prstGeom>
          <a:noFill/>
          <a:ln/>
        </p:spPr>
        <p:txBody>
          <a:bodyPr wrap="square" lIns="0" tIns="0" rIns="0" bIns="0" rtlCol="0" anchor="t"/>
          <a:lstStyle/>
          <a:p>
            <a:pPr algn="l" indent="0" marL="0">
              <a:lnSpc>
                <a:spcPts val="2080"/>
              </a:lnSpc>
              <a:buNone/>
            </a:pPr>
            <a:r>
              <a:rPr lang="en-US" sz="1600" dirty="0">
                <a:solidFill>
                  <a:srgbClr val="15233F"/>
                </a:solidFill>
                <a:latin typeface="Arial" pitchFamily="34" charset="0"/>
                <a:ea typeface="Arial" pitchFamily="34" charset="-122"/>
                <a:cs typeface="Arial" pitchFamily="34" charset="-120"/>
              </a:rPr>
              <a:t>Oxford Street</a:t>
            </a:r>
            <a:endParaRPr lang="en-US" sz="1600" dirty="0"/>
          </a:p>
        </p:txBody>
      </p:sp>
      <p:sp>
        <p:nvSpPr>
          <p:cNvPr id="32" name="Text 30"/>
          <p:cNvSpPr txBox="1"/>
          <p:nvPr/>
        </p:nvSpPr>
        <p:spPr>
          <a:xfrm>
            <a:off x="812810" y="5365333"/>
            <a:ext cx="10815798" cy="304770"/>
          </a:xfrm>
          <a:prstGeom prst="rect">
            <a:avLst/>
          </a:prstGeom>
          <a:noFill/>
          <a:ln/>
        </p:spPr>
        <p:txBody>
          <a:bodyPr wrap="square" lIns="0" tIns="0" rIns="0" bIns="0" rtlCol="0" anchor="t"/>
          <a:lstStyle/>
          <a:p>
            <a:pPr algn="l" indent="0" marL="0">
              <a:lnSpc>
                <a:spcPts val="2240"/>
              </a:lnSpc>
              <a:buNone/>
            </a:pPr>
            <a:r>
              <a:rPr lang="en-US" sz="1600" dirty="0">
                <a:solidFill>
                  <a:srgbClr val="15233F"/>
                </a:solidFill>
                <a:latin typeface="Arial" pitchFamily="34" charset="0"/>
                <a:ea typeface="Arial" pitchFamily="34" charset="-122"/>
                <a:cs typeface="Arial" pitchFamily="34" charset="-120"/>
              </a:rPr>
              <a:t>Watch for </a:t>
            </a:r>
            <a:pPr algn="l" indent="0" marL="0">
              <a:lnSpc>
                <a:spcPts val="2240"/>
              </a:lnSpc>
              <a:buNone/>
            </a:pPr>
            <a:r>
              <a:rPr lang="en-US" sz="1600" b="1" dirty="0">
                <a:solidFill>
                  <a:srgbClr val="15233F"/>
                </a:solidFill>
                <a:latin typeface="Arial" pitchFamily="34" charset="0"/>
                <a:ea typeface="Arial" pitchFamily="34" charset="-122"/>
                <a:cs typeface="Arial" pitchFamily="34" charset="-120"/>
              </a:rPr>
              <a:t>“of”</a:t>
            </a:r>
            <a:pPr algn="l" indent="0" marL="0">
              <a:lnSpc>
                <a:spcPts val="2240"/>
              </a:lnSpc>
              <a:buNone/>
            </a:pPr>
            <a:r>
              <a:rPr lang="en-US" sz="1600" dirty="0">
                <a:solidFill>
                  <a:srgbClr val="15233F"/>
                </a:solidFill>
                <a:latin typeface="Arial" pitchFamily="34" charset="0"/>
                <a:ea typeface="Arial" pitchFamily="34" charset="-122"/>
                <a:cs typeface="Arial" pitchFamily="34" charset="-120"/>
              </a:rPr>
              <a:t>: Uzbekistan → </a:t>
            </a:r>
            <a:pPr algn="l" indent="0" marL="0">
              <a:lnSpc>
                <a:spcPts val="2240"/>
              </a:lnSpc>
              <a:buNone/>
            </a:pPr>
            <a:r>
              <a:rPr lang="en-US" sz="1600" b="1" dirty="0">
                <a:solidFill>
                  <a:srgbClr val="A2470F"/>
                </a:solidFill>
                <a:latin typeface="Arial" pitchFamily="34" charset="0"/>
                <a:ea typeface="Arial" pitchFamily="34" charset="-122"/>
                <a:cs typeface="Arial" pitchFamily="34" charset="-120"/>
              </a:rPr>
              <a:t>the</a:t>
            </a:r>
            <a:pPr algn="l" indent="0" marL="0">
              <a:lnSpc>
                <a:spcPts val="2240"/>
              </a:lnSpc>
              <a:buNone/>
            </a:pPr>
            <a:r>
              <a:rPr lang="en-US" sz="1600" dirty="0">
                <a:solidFill>
                  <a:srgbClr val="15233F"/>
                </a:solidFill>
                <a:latin typeface="Arial" pitchFamily="34" charset="0"/>
                <a:ea typeface="Arial" pitchFamily="34" charset="-122"/>
                <a:cs typeface="Arial" pitchFamily="34" charset="-120"/>
              </a:rPr>
              <a:t> Republic of Uzbekistan</a:t>
            </a:r>
            <a:endParaRPr lang="en-US" sz="1600" dirty="0"/>
          </a:p>
        </p:txBody>
      </p:sp>
      <p:sp>
        <p:nvSpPr>
          <p:cNvPr id="33" name="Text 31"/>
          <p:cNvSpPr txBox="1"/>
          <p:nvPr/>
        </p:nvSpPr>
        <p:spPr>
          <a:xfrm>
            <a:off x="812810" y="6223041"/>
            <a:ext cx="7810530" cy="228600"/>
          </a:xfrm>
          <a:prstGeom prst="rect">
            <a:avLst/>
          </a:prstGeom>
          <a:noFill/>
          <a:ln/>
        </p:spPr>
        <p:txBody>
          <a:bodyPr wrap="square" lIns="0" tIns="0" rIns="0" bIns="0" rtlCol="0" anchor="t"/>
          <a:lstStyle/>
          <a:p>
            <a:pPr algn="l" indent="0" marL="0">
              <a:lnSpc>
                <a:spcPts val="1680"/>
              </a:lnSpc>
              <a:buNone/>
            </a:pPr>
            <a:r>
              <a:rPr lang="en-US" sz="1200" dirty="0">
                <a:solidFill>
                  <a:srgbClr val="636B78"/>
                </a:solidFill>
                <a:latin typeface="Arial" pitchFamily="34" charset="0"/>
                <a:ea typeface="Arial" pitchFamily="34" charset="-122"/>
                <a:cs typeface="Arial" pitchFamily="34" charset="-120"/>
              </a:rPr>
              <a:t>English Articles · A, An &amp; The</a:t>
            </a:r>
            <a:endParaRPr lang="en-US" sz="1200" dirty="0"/>
          </a:p>
        </p:txBody>
      </p:sp>
      <p:sp>
        <p:nvSpPr>
          <p:cNvPr id="34" name="Text 32"/>
          <p:cNvSpPr txBox="1"/>
          <p:nvPr/>
        </p:nvSpPr>
        <p:spPr>
          <a:xfrm>
            <a:off x="10045690" y="6223041"/>
            <a:ext cx="1333470" cy="228600"/>
          </a:xfrm>
          <a:prstGeom prst="rect">
            <a:avLst/>
          </a:prstGeom>
          <a:noFill/>
          <a:ln/>
        </p:spPr>
        <p:txBody>
          <a:bodyPr wrap="square" lIns="0" tIns="0" rIns="0" bIns="0" rtlCol="0" anchor="t"/>
          <a:lstStyle/>
          <a:p>
            <a:pPr algn="r" indent="0" marL="0">
              <a:lnSpc>
                <a:spcPts val="1680"/>
              </a:lnSpc>
              <a:buNone/>
            </a:pPr>
            <a:r>
              <a:rPr lang="en-US" sz="1200" dirty="0">
                <a:solidFill>
                  <a:srgbClr val="636B78"/>
                </a:solidFill>
                <a:latin typeface="Arial" pitchFamily="34" charset="0"/>
                <a:ea typeface="Arial" pitchFamily="34" charset="-122"/>
                <a:cs typeface="Arial" pitchFamily="34" charset="-120"/>
              </a:rPr>
              <a:t>11</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7F0"/>
        </a:solidFill>
      </p:bgPr>
    </p:bg>
    <p:spTree>
      <p:nvGrpSpPr>
        <p:cNvPr id="1" name=""/>
        <p:cNvGrpSpPr/>
        <p:nvPr/>
      </p:nvGrpSpPr>
      <p:grpSpPr>
        <a:xfrm>
          <a:off x="0" y="0"/>
          <a:ext cx="0" cy="0"/>
          <a:chOff x="0" y="0"/>
          <a:chExt cx="0" cy="0"/>
        </a:xfrm>
      </p:grpSpPr>
      <p:sp>
        <p:nvSpPr>
          <p:cNvPr id="2" name="Text 0"/>
          <p:cNvSpPr txBox="1"/>
          <p:nvPr/>
        </p:nvSpPr>
        <p:spPr>
          <a:xfrm>
            <a:off x="812810" y="797540"/>
            <a:ext cx="10815798" cy="228600"/>
          </a:xfrm>
          <a:prstGeom prst="rect">
            <a:avLst/>
          </a:prstGeom>
          <a:noFill/>
          <a:ln/>
        </p:spPr>
        <p:txBody>
          <a:bodyPr wrap="square" lIns="0" tIns="0" rIns="0" bIns="0" rtlCol="0" anchor="t"/>
          <a:lstStyle/>
          <a:p>
            <a:pPr algn="l" indent="0" marL="0">
              <a:lnSpc>
                <a:spcPts val="1680"/>
              </a:lnSpc>
              <a:buNone/>
            </a:pPr>
            <a:r>
              <a:rPr lang="en-US" sz="1200" b="1" spc="150" kern="0" dirty="0">
                <a:solidFill>
                  <a:srgbClr val="636B78"/>
                </a:solidFill>
                <a:latin typeface="Arial" pitchFamily="34" charset="0"/>
                <a:ea typeface="Arial" pitchFamily="34" charset="-122"/>
                <a:cs typeface="Arial" pitchFamily="34" charset="-120"/>
              </a:rPr>
              <a:t>04 · USING THE</a:t>
            </a:r>
            <a:endParaRPr lang="en-US" sz="1200" dirty="0"/>
          </a:p>
        </p:txBody>
      </p:sp>
      <p:sp>
        <p:nvSpPr>
          <p:cNvPr id="3" name="Text 1"/>
          <p:cNvSpPr txBox="1"/>
          <p:nvPr/>
        </p:nvSpPr>
        <p:spPr>
          <a:xfrm>
            <a:off x="812810" y="1102309"/>
            <a:ext cx="10815798" cy="446959"/>
          </a:xfrm>
          <a:prstGeom prst="rect">
            <a:avLst/>
          </a:prstGeom>
          <a:noFill/>
          <a:ln/>
        </p:spPr>
        <p:txBody>
          <a:bodyPr wrap="square" lIns="0" tIns="0" rIns="0" bIns="0" rtlCol="0" anchor="t"/>
          <a:lstStyle/>
          <a:p>
            <a:pPr algn="l" indent="0" marL="0">
              <a:lnSpc>
                <a:spcPts val="3520"/>
              </a:lnSpc>
              <a:buNone/>
            </a:pPr>
            <a:r>
              <a:rPr lang="en-US" sz="3200" b="1" dirty="0">
                <a:solidFill>
                  <a:srgbClr val="15233F"/>
                </a:solidFill>
                <a:latin typeface="Arial" pitchFamily="34" charset="0"/>
                <a:ea typeface="Arial" pitchFamily="34" charset="-122"/>
                <a:cs typeface="Arial" pitchFamily="34" charset="-120"/>
              </a:rPr>
              <a:t>More fixed uses of the</a:t>
            </a:r>
            <a:endParaRPr lang="en-US" sz="3200" dirty="0"/>
          </a:p>
        </p:txBody>
      </p:sp>
      <p:sp>
        <p:nvSpPr>
          <p:cNvPr id="4" name="Shape 2"/>
          <p:cNvSpPr/>
          <p:nvPr/>
        </p:nvSpPr>
        <p:spPr>
          <a:xfrm>
            <a:off x="812810" y="1803288"/>
            <a:ext cx="10566441" cy="3086100"/>
          </a:xfrm>
          <a:prstGeom prst="roundRect">
            <a:avLst>
              <a:gd name="adj" fmla="val 3292"/>
            </a:avLst>
          </a:prstGeom>
          <a:ln w="12700">
            <a:solidFill>
              <a:srgbClr val="E6DFD0"/>
            </a:solidFill>
            <a:prstDash val="solid"/>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12810" y="1803288"/>
          <a:ext cx="10566441" cy="914400"/>
        </p:xfrm>
        <a:graphic>
          <a:graphicData uri="http://schemas.openxmlformats.org/drawingml/2006/table">
            <a:tbl>
              <a:tblPr/>
              <a:tblGrid>
                <a:gridCol w="4427159"/>
                <a:gridCol w="6113861"/>
              </a:tblGrid>
              <a:tr h="383408">
                <a:tc>
                  <a:txBody>
                    <a:bodyPr/>
                    <a:lstStyle/>
                    <a:p>
                      <a:pPr indent="0" marL="0">
                        <a:lnSpc>
                          <a:spcPts val="1920"/>
                        </a:lnSpc>
                        <a:buNone/>
                      </a:pPr>
                      <a:r>
                        <a:rPr lang="en-US" sz="1600" b="1" dirty="0">
                          <a:solidFill>
                            <a:srgbClr val="F4EFE4"/>
                          </a:solidFill>
                          <a:latin typeface="Arial" pitchFamily="34" charset="0"/>
                          <a:ea typeface="Arial" pitchFamily="34" charset="-122"/>
                          <a:cs typeface="Arial" pitchFamily="34" charset="-120"/>
                        </a:rPr>
                        <a:t>Group</a:t>
                      </a:r>
                      <a:endParaRPr lang="en-US" sz="1600" dirty="0">
                        <a:latin typeface="Arial" charset="0"/>
                        <a:ea typeface="Arial" charset="0"/>
                        <a:cs typeface="Arial" charset="0"/>
                      </a:endParaRPr>
                    </a:p>
                  </a:txBody>
                  <a:tcPr marL="121920" marR="121920" marT="71120" marB="71120" anchor="ctr">
                    <a:lnL w="0" cap="flat" cmpd="sng" algn="ctr">
                      <a:noFill/>
                    </a:lnL>
                    <a:lnR w="0" cap="flat" cmpd="sng" algn="ctr">
                      <a:noFill/>
                    </a:lnR>
                    <a:lnT w="0" cap="flat" cmpd="sng" algn="ctr">
                      <a:noFill/>
                    </a:lnT>
                    <a:lnB w="6350" cap="flat" cmpd="sng" algn="ctr">
                      <a:solidFill>
                        <a:srgbClr val="DFDEDB"/>
                      </a:solidFill>
                      <a:prstDash val="solid"/>
                      <a:round/>
                      <a:headEnd type="none" w="med" len="med"/>
                      <a:tailEnd type="none" w="med" len="med"/>
                    </a:lnB>
                    <a:solidFill>
                      <a:srgbClr val="15233F"/>
                    </a:solidFill>
                  </a:tcPr>
                </a:tc>
                <a:tc>
                  <a:txBody>
                    <a:bodyPr/>
                    <a:lstStyle/>
                    <a:p>
                      <a:pPr indent="0" marL="0">
                        <a:lnSpc>
                          <a:spcPts val="1920"/>
                        </a:lnSpc>
                        <a:buNone/>
                      </a:pPr>
                      <a:r>
                        <a:rPr lang="en-US" sz="1600" b="1" dirty="0">
                          <a:solidFill>
                            <a:srgbClr val="F4A261"/>
                          </a:solidFill>
                          <a:latin typeface="Arial" pitchFamily="34" charset="0"/>
                          <a:ea typeface="Arial" pitchFamily="34" charset="-122"/>
                          <a:cs typeface="Arial" pitchFamily="34" charset="-120"/>
                        </a:rPr>
                        <a:t>Examples with the</a:t>
                      </a:r>
                      <a:endParaRPr lang="en-US" sz="1600" dirty="0">
                        <a:latin typeface="Arial" charset="0"/>
                        <a:ea typeface="Arial" charset="0"/>
                        <a:cs typeface="Arial" charset="0"/>
                      </a:endParaRPr>
                    </a:p>
                  </a:txBody>
                  <a:tcPr marL="121920" marR="121920" marT="71120" marB="71120" anchor="ctr">
                    <a:lnL w="0" cap="flat" cmpd="sng" algn="ctr">
                      <a:noFill/>
                    </a:lnL>
                    <a:lnR w="0" cap="flat" cmpd="sng" algn="ctr">
                      <a:noFill/>
                    </a:lnR>
                    <a:lnT w="0" cap="flat" cmpd="sng" algn="ctr">
                      <a:noFill/>
                    </a:lnT>
                    <a:lnB w="6350" cap="flat" cmpd="sng" algn="ctr">
                      <a:solidFill>
                        <a:srgbClr val="DFDEDB"/>
                      </a:solidFill>
                      <a:prstDash val="solid"/>
                      <a:round/>
                      <a:headEnd type="none" w="med" len="med"/>
                      <a:tailEnd type="none" w="med" len="med"/>
                    </a:lnB>
                    <a:solidFill>
                      <a:srgbClr val="15233F"/>
                    </a:solidFill>
                  </a:tcPr>
                </a:tc>
              </a:tr>
              <a:tr h="383408">
                <a:tc>
                  <a:txBody>
                    <a:bodyPr/>
                    <a:lstStyle/>
                    <a:p>
                      <a:pPr indent="0" marL="0">
                        <a:lnSpc>
                          <a:spcPts val="1920"/>
                        </a:lnSpc>
                        <a:buNone/>
                      </a:pPr>
                      <a:r>
                        <a:rPr lang="en-US" sz="1600" dirty="0">
                          <a:solidFill>
                            <a:srgbClr val="15233F"/>
                          </a:solidFill>
                          <a:latin typeface="Arial" pitchFamily="34" charset="0"/>
                          <a:ea typeface="Arial" pitchFamily="34" charset="-122"/>
                          <a:cs typeface="Arial" pitchFamily="34" charset="-120"/>
                        </a:rPr>
                        <a:t>Musical instruments</a:t>
                      </a:r>
                      <a:endParaRPr lang="en-US" sz="1600" dirty="0">
                        <a:latin typeface="Arial" charset="0"/>
                        <a:ea typeface="Arial" charset="0"/>
                        <a:cs typeface="Arial" charset="0"/>
                      </a:endParaRPr>
                    </a:p>
                  </a:txBody>
                  <a:tcPr marL="121920" marR="121920" marT="71120" marB="71120" anchor="ctr">
                    <a:lnL w="0" cap="flat" cmpd="sng" algn="ctr">
                      <a:noFill/>
                    </a:lnL>
                    <a:lnR w="0" cap="flat" cmpd="sng" algn="ctr">
                      <a:noFill/>
                    </a:lnR>
                    <a:lnT w="0" cap="flat" cmpd="sng" algn="ctr">
                      <a:noFill/>
                    </a:lnT>
                    <a:lnB w="6350" cap="flat" cmpd="sng" algn="ctr">
                      <a:solidFill>
                        <a:srgbClr val="DFDEDB"/>
                      </a:solidFill>
                      <a:prstDash val="solid"/>
                      <a:round/>
                      <a:headEnd type="none" w="med" len="med"/>
                      <a:tailEnd type="none" w="med" len="med"/>
                    </a:lnB>
                    <a:solidFill>
                      <a:srgbClr val="FFFDF9"/>
                    </a:solidFill>
                  </a:tcPr>
                </a:tc>
                <a:tc>
                  <a:txBody>
                    <a:bodyPr/>
                    <a:lstStyle/>
                    <a:p>
                      <a:pPr indent="0" marL="0">
                        <a:lnSpc>
                          <a:spcPts val="1920"/>
                        </a:lnSpc>
                        <a:buNone/>
                      </a:pPr>
                      <a:r>
                        <a:rPr lang="en-US" sz="1600" dirty="0">
                          <a:solidFill>
                            <a:srgbClr val="15233F"/>
                          </a:solidFill>
                          <a:latin typeface="Arial" pitchFamily="34" charset="0"/>
                          <a:ea typeface="Arial" pitchFamily="34" charset="-122"/>
                          <a:cs typeface="Arial" pitchFamily="34" charset="-120"/>
                        </a:rPr>
                        <a:t>play the piano, play the guitar</a:t>
                      </a:r>
                      <a:endParaRPr lang="en-US" sz="1600" dirty="0">
                        <a:latin typeface="Arial" charset="0"/>
                        <a:ea typeface="Arial" charset="0"/>
                        <a:cs typeface="Arial" charset="0"/>
                      </a:endParaRPr>
                    </a:p>
                  </a:txBody>
                  <a:tcPr marL="121920" marR="121920" marT="71120" marB="71120" anchor="ctr">
                    <a:lnL w="0" cap="flat" cmpd="sng" algn="ctr">
                      <a:noFill/>
                    </a:lnL>
                    <a:lnR w="0" cap="flat" cmpd="sng" algn="ctr">
                      <a:noFill/>
                    </a:lnR>
                    <a:lnT w="0" cap="flat" cmpd="sng" algn="ctr">
                      <a:noFill/>
                    </a:lnT>
                    <a:lnB w="6350" cap="flat" cmpd="sng" algn="ctr">
                      <a:solidFill>
                        <a:srgbClr val="DFDEDB"/>
                      </a:solidFill>
                      <a:prstDash val="solid"/>
                      <a:round/>
                      <a:headEnd type="none" w="med" len="med"/>
                      <a:tailEnd type="none" w="med" len="med"/>
                    </a:lnB>
                    <a:solidFill>
                      <a:srgbClr val="FFFDF9"/>
                    </a:solidFill>
                  </a:tcPr>
                </a:tc>
              </a:tr>
              <a:tr h="383408">
                <a:tc>
                  <a:txBody>
                    <a:bodyPr/>
                    <a:lstStyle/>
                    <a:p>
                      <a:pPr indent="0" marL="0">
                        <a:lnSpc>
                          <a:spcPts val="1920"/>
                        </a:lnSpc>
                        <a:buNone/>
                      </a:pPr>
                      <a:r>
                        <a:rPr lang="en-US" sz="1600" dirty="0">
                          <a:solidFill>
                            <a:srgbClr val="15233F"/>
                          </a:solidFill>
                          <a:latin typeface="Arial" pitchFamily="34" charset="0"/>
                          <a:ea typeface="Arial" pitchFamily="34" charset="-122"/>
                          <a:cs typeface="Arial" pitchFamily="34" charset="-120"/>
                        </a:rPr>
                        <a:t>Groups of people (the + adjective)</a:t>
                      </a:r>
                      <a:endParaRPr lang="en-US" sz="1600" dirty="0">
                        <a:latin typeface="Arial" charset="0"/>
                        <a:ea typeface="Arial" charset="0"/>
                        <a:cs typeface="Arial" charset="0"/>
                      </a:endParaRPr>
                    </a:p>
                  </a:txBody>
                  <a:tcPr marL="121920" marR="121920" marT="71120" marB="71120" anchor="ctr">
                    <a:lnL w="0" cap="flat" cmpd="sng" algn="ctr">
                      <a:noFill/>
                    </a:lnL>
                    <a:lnR w="0" cap="flat" cmpd="sng" algn="ctr">
                      <a:noFill/>
                    </a:lnR>
                    <a:lnT w="0" cap="flat" cmpd="sng" algn="ctr">
                      <a:noFill/>
                    </a:lnT>
                    <a:lnB w="6350" cap="flat" cmpd="sng" algn="ctr">
                      <a:solidFill>
                        <a:srgbClr val="DFDEDB"/>
                      </a:solidFill>
                      <a:prstDash val="solid"/>
                      <a:round/>
                      <a:headEnd type="none" w="med" len="med"/>
                      <a:tailEnd type="none" w="med" len="med"/>
                    </a:lnB>
                    <a:solidFill>
                      <a:srgbClr val="F3EEE4"/>
                    </a:solidFill>
                  </a:tcPr>
                </a:tc>
                <a:tc>
                  <a:txBody>
                    <a:bodyPr/>
                    <a:lstStyle/>
                    <a:p>
                      <a:pPr indent="0" marL="0">
                        <a:lnSpc>
                          <a:spcPts val="1920"/>
                        </a:lnSpc>
                        <a:buNone/>
                      </a:pPr>
                      <a:r>
                        <a:rPr lang="en-US" sz="1600" dirty="0">
                          <a:solidFill>
                            <a:srgbClr val="15233F"/>
                          </a:solidFill>
                          <a:latin typeface="Arial" pitchFamily="34" charset="0"/>
                          <a:ea typeface="Arial" pitchFamily="34" charset="-122"/>
                          <a:cs typeface="Arial" pitchFamily="34" charset="-120"/>
                        </a:rPr>
                        <a:t>the rich, the young, the elderly</a:t>
                      </a:r>
                      <a:endParaRPr lang="en-US" sz="1600" dirty="0">
                        <a:latin typeface="Arial" charset="0"/>
                        <a:ea typeface="Arial" charset="0"/>
                        <a:cs typeface="Arial" charset="0"/>
                      </a:endParaRPr>
                    </a:p>
                  </a:txBody>
                  <a:tcPr marL="121920" marR="121920" marT="71120" marB="71120" anchor="ctr">
                    <a:lnL w="0" cap="flat" cmpd="sng" algn="ctr">
                      <a:noFill/>
                    </a:lnL>
                    <a:lnR w="0" cap="flat" cmpd="sng" algn="ctr">
                      <a:noFill/>
                    </a:lnR>
                    <a:lnT w="0" cap="flat" cmpd="sng" algn="ctr">
                      <a:noFill/>
                    </a:lnT>
                    <a:lnB w="6350" cap="flat" cmpd="sng" algn="ctr">
                      <a:solidFill>
                        <a:srgbClr val="DFDEDB"/>
                      </a:solidFill>
                      <a:prstDash val="solid"/>
                      <a:round/>
                      <a:headEnd type="none" w="med" len="med"/>
                      <a:tailEnd type="none" w="med" len="med"/>
                    </a:lnB>
                    <a:solidFill>
                      <a:srgbClr val="F3EEE4"/>
                    </a:solidFill>
                  </a:tcPr>
                </a:tc>
              </a:tr>
              <a:tr h="383408">
                <a:tc>
                  <a:txBody>
                    <a:bodyPr/>
                    <a:lstStyle/>
                    <a:p>
                      <a:pPr indent="0" marL="0">
                        <a:lnSpc>
                          <a:spcPts val="1920"/>
                        </a:lnSpc>
                        <a:buNone/>
                      </a:pPr>
                      <a:r>
                        <a:rPr lang="en-US" sz="1600" dirty="0">
                          <a:solidFill>
                            <a:srgbClr val="15233F"/>
                          </a:solidFill>
                          <a:latin typeface="Arial" pitchFamily="34" charset="0"/>
                          <a:ea typeface="Arial" pitchFamily="34" charset="-122"/>
                          <a:cs typeface="Arial" pitchFamily="34" charset="-120"/>
                        </a:rPr>
                        <a:t>Nationalities as a group</a:t>
                      </a:r>
                      <a:endParaRPr lang="en-US" sz="1600" dirty="0">
                        <a:latin typeface="Arial" charset="0"/>
                        <a:ea typeface="Arial" charset="0"/>
                        <a:cs typeface="Arial" charset="0"/>
                      </a:endParaRPr>
                    </a:p>
                  </a:txBody>
                  <a:tcPr marL="121920" marR="121920" marT="71120" marB="71120" anchor="ctr">
                    <a:lnL w="0" cap="flat" cmpd="sng" algn="ctr">
                      <a:noFill/>
                    </a:lnL>
                    <a:lnR w="0" cap="flat" cmpd="sng" algn="ctr">
                      <a:noFill/>
                    </a:lnR>
                    <a:lnT w="0" cap="flat" cmpd="sng" algn="ctr">
                      <a:noFill/>
                    </a:lnT>
                    <a:lnB w="6350" cap="flat" cmpd="sng" algn="ctr">
                      <a:solidFill>
                        <a:srgbClr val="DFDEDB"/>
                      </a:solidFill>
                      <a:prstDash val="solid"/>
                      <a:round/>
                      <a:headEnd type="none" w="med" len="med"/>
                      <a:tailEnd type="none" w="med" len="med"/>
                    </a:lnB>
                    <a:solidFill>
                      <a:srgbClr val="FFFDF9"/>
                    </a:solidFill>
                  </a:tcPr>
                </a:tc>
                <a:tc>
                  <a:txBody>
                    <a:bodyPr/>
                    <a:lstStyle/>
                    <a:p>
                      <a:pPr indent="0" marL="0">
                        <a:lnSpc>
                          <a:spcPts val="1920"/>
                        </a:lnSpc>
                        <a:buNone/>
                      </a:pPr>
                      <a:r>
                        <a:rPr lang="en-US" sz="1600" dirty="0">
                          <a:solidFill>
                            <a:srgbClr val="15233F"/>
                          </a:solidFill>
                          <a:latin typeface="Arial" pitchFamily="34" charset="0"/>
                          <a:ea typeface="Arial" pitchFamily="34" charset="-122"/>
                          <a:cs typeface="Arial" pitchFamily="34" charset="-120"/>
                        </a:rPr>
                        <a:t>the British, the Chinese</a:t>
                      </a:r>
                      <a:endParaRPr lang="en-US" sz="1600" dirty="0">
                        <a:latin typeface="Arial" charset="0"/>
                        <a:ea typeface="Arial" charset="0"/>
                        <a:cs typeface="Arial" charset="0"/>
                      </a:endParaRPr>
                    </a:p>
                  </a:txBody>
                  <a:tcPr marL="121920" marR="121920" marT="71120" marB="71120" anchor="ctr">
                    <a:lnL w="0" cap="flat" cmpd="sng" algn="ctr">
                      <a:noFill/>
                    </a:lnL>
                    <a:lnR w="0" cap="flat" cmpd="sng" algn="ctr">
                      <a:noFill/>
                    </a:lnR>
                    <a:lnT w="0" cap="flat" cmpd="sng" algn="ctr">
                      <a:noFill/>
                    </a:lnT>
                    <a:lnB w="6350" cap="flat" cmpd="sng" algn="ctr">
                      <a:solidFill>
                        <a:srgbClr val="DFDEDB"/>
                      </a:solidFill>
                      <a:prstDash val="solid"/>
                      <a:round/>
                      <a:headEnd type="none" w="med" len="med"/>
                      <a:tailEnd type="none" w="med" len="med"/>
                    </a:lnB>
                    <a:solidFill>
                      <a:srgbClr val="FFFDF9"/>
                    </a:solidFill>
                  </a:tcPr>
                </a:tc>
              </a:tr>
              <a:tr h="383408">
                <a:tc>
                  <a:txBody>
                    <a:bodyPr/>
                    <a:lstStyle/>
                    <a:p>
                      <a:pPr indent="0" marL="0">
                        <a:lnSpc>
                          <a:spcPts val="1920"/>
                        </a:lnSpc>
                        <a:buNone/>
                      </a:pPr>
                      <a:r>
                        <a:rPr lang="en-US" sz="1600" dirty="0">
                          <a:solidFill>
                            <a:srgbClr val="15233F"/>
                          </a:solidFill>
                          <a:latin typeface="Arial" pitchFamily="34" charset="0"/>
                          <a:ea typeface="Arial" pitchFamily="34" charset="-122"/>
                          <a:cs typeface="Arial" pitchFamily="34" charset="-120"/>
                        </a:rPr>
                        <a:t>Famous buildings and museums</a:t>
                      </a:r>
                      <a:endParaRPr lang="en-US" sz="1600" dirty="0">
                        <a:latin typeface="Arial" charset="0"/>
                        <a:ea typeface="Arial" charset="0"/>
                        <a:cs typeface="Arial" charset="0"/>
                      </a:endParaRPr>
                    </a:p>
                  </a:txBody>
                  <a:tcPr marL="121920" marR="121920" marT="71120" marB="71120" anchor="ctr">
                    <a:lnL w="0" cap="flat" cmpd="sng" algn="ctr">
                      <a:noFill/>
                    </a:lnL>
                    <a:lnR w="0" cap="flat" cmpd="sng" algn="ctr">
                      <a:noFill/>
                    </a:lnR>
                    <a:lnT w="0" cap="flat" cmpd="sng" algn="ctr">
                      <a:noFill/>
                    </a:lnT>
                    <a:lnB w="6350" cap="flat" cmpd="sng" algn="ctr">
                      <a:solidFill>
                        <a:srgbClr val="DFDEDB"/>
                      </a:solidFill>
                      <a:prstDash val="solid"/>
                      <a:round/>
                      <a:headEnd type="none" w="med" len="med"/>
                      <a:tailEnd type="none" w="med" len="med"/>
                    </a:lnB>
                    <a:solidFill>
                      <a:srgbClr val="F3EEE4"/>
                    </a:solidFill>
                  </a:tcPr>
                </a:tc>
                <a:tc>
                  <a:txBody>
                    <a:bodyPr/>
                    <a:lstStyle/>
                    <a:p>
                      <a:pPr indent="0" marL="0">
                        <a:lnSpc>
                          <a:spcPts val="1920"/>
                        </a:lnSpc>
                        <a:buNone/>
                      </a:pPr>
                      <a:r>
                        <a:rPr lang="en-US" sz="1600" dirty="0">
                          <a:solidFill>
                            <a:srgbClr val="15233F"/>
                          </a:solidFill>
                          <a:latin typeface="Arial" pitchFamily="34" charset="0"/>
                          <a:ea typeface="Arial" pitchFamily="34" charset="-122"/>
                          <a:cs typeface="Arial" pitchFamily="34" charset="-120"/>
                        </a:rPr>
                        <a:t>the Eiffel Tower, the Louvre</a:t>
                      </a:r>
                      <a:endParaRPr lang="en-US" sz="1600" dirty="0">
                        <a:latin typeface="Arial" charset="0"/>
                        <a:ea typeface="Arial" charset="0"/>
                        <a:cs typeface="Arial" charset="0"/>
                      </a:endParaRPr>
                    </a:p>
                  </a:txBody>
                  <a:tcPr marL="121920" marR="121920" marT="71120" marB="71120" anchor="ctr">
                    <a:lnL w="0" cap="flat" cmpd="sng" algn="ctr">
                      <a:noFill/>
                    </a:lnL>
                    <a:lnR w="0" cap="flat" cmpd="sng" algn="ctr">
                      <a:noFill/>
                    </a:lnR>
                    <a:lnT w="0" cap="flat" cmpd="sng" algn="ctr">
                      <a:noFill/>
                    </a:lnT>
                    <a:lnB w="6350" cap="flat" cmpd="sng" algn="ctr">
                      <a:solidFill>
                        <a:srgbClr val="DFDEDB"/>
                      </a:solidFill>
                      <a:prstDash val="solid"/>
                      <a:round/>
                      <a:headEnd type="none" w="med" len="med"/>
                      <a:tailEnd type="none" w="med" len="med"/>
                    </a:lnB>
                    <a:solidFill>
                      <a:srgbClr val="F3EEE4"/>
                    </a:solidFill>
                  </a:tcPr>
                </a:tc>
              </a:tr>
              <a:tr h="383408">
                <a:tc>
                  <a:txBody>
                    <a:bodyPr/>
                    <a:lstStyle/>
                    <a:p>
                      <a:pPr indent="0" marL="0">
                        <a:lnSpc>
                          <a:spcPts val="1920"/>
                        </a:lnSpc>
                        <a:buNone/>
                      </a:pPr>
                      <a:r>
                        <a:rPr lang="en-US" sz="1600" dirty="0">
                          <a:solidFill>
                            <a:srgbClr val="15233F"/>
                          </a:solidFill>
                          <a:latin typeface="Arial" pitchFamily="34" charset="0"/>
                          <a:ea typeface="Arial" pitchFamily="34" charset="-122"/>
                          <a:cs typeface="Arial" pitchFamily="34" charset="-120"/>
                        </a:rPr>
                        <a:t>Newspapers</a:t>
                      </a:r>
                      <a:endParaRPr lang="en-US" sz="1600" dirty="0">
                        <a:latin typeface="Arial" charset="0"/>
                        <a:ea typeface="Arial" charset="0"/>
                        <a:cs typeface="Arial" charset="0"/>
                      </a:endParaRPr>
                    </a:p>
                  </a:txBody>
                  <a:tcPr marL="121920" marR="121920" marT="71120" marB="71120" anchor="ctr">
                    <a:lnL w="0" cap="flat" cmpd="sng" algn="ctr">
                      <a:noFill/>
                    </a:lnL>
                    <a:lnR w="0" cap="flat" cmpd="sng" algn="ctr">
                      <a:noFill/>
                    </a:lnR>
                    <a:lnT w="0" cap="flat" cmpd="sng" algn="ctr">
                      <a:noFill/>
                    </a:lnT>
                    <a:lnB w="6350" cap="flat" cmpd="sng" algn="ctr">
                      <a:solidFill>
                        <a:srgbClr val="DFDEDB"/>
                      </a:solidFill>
                      <a:prstDash val="solid"/>
                      <a:round/>
                      <a:headEnd type="none" w="med" len="med"/>
                      <a:tailEnd type="none" w="med" len="med"/>
                    </a:lnB>
                    <a:solidFill>
                      <a:srgbClr val="FFFDF9"/>
                    </a:solidFill>
                  </a:tcPr>
                </a:tc>
                <a:tc>
                  <a:txBody>
                    <a:bodyPr/>
                    <a:lstStyle/>
                    <a:p>
                      <a:pPr indent="0" marL="0">
                        <a:lnSpc>
                          <a:spcPts val="1920"/>
                        </a:lnSpc>
                        <a:buNone/>
                      </a:pPr>
                      <a:r>
                        <a:rPr lang="en-US" sz="1600" dirty="0">
                          <a:solidFill>
                            <a:srgbClr val="15233F"/>
                          </a:solidFill>
                          <a:latin typeface="Arial" pitchFamily="34" charset="0"/>
                          <a:ea typeface="Arial" pitchFamily="34" charset="-122"/>
                          <a:cs typeface="Arial" pitchFamily="34" charset="-120"/>
                        </a:rPr>
                        <a:t>the Times, the Guardian</a:t>
                      </a:r>
                      <a:endParaRPr lang="en-US" sz="1600" dirty="0">
                        <a:latin typeface="Arial" charset="0"/>
                        <a:ea typeface="Arial" charset="0"/>
                        <a:cs typeface="Arial" charset="0"/>
                      </a:endParaRPr>
                    </a:p>
                  </a:txBody>
                  <a:tcPr marL="121920" marR="121920" marT="71120" marB="71120" anchor="ctr">
                    <a:lnL w="0" cap="flat" cmpd="sng" algn="ctr">
                      <a:noFill/>
                    </a:lnL>
                    <a:lnR w="0" cap="flat" cmpd="sng" algn="ctr">
                      <a:noFill/>
                    </a:lnR>
                    <a:lnT w="0" cap="flat" cmpd="sng" algn="ctr">
                      <a:noFill/>
                    </a:lnT>
                    <a:lnB w="6350" cap="flat" cmpd="sng" algn="ctr">
                      <a:solidFill>
                        <a:srgbClr val="DFDEDB"/>
                      </a:solidFill>
                      <a:prstDash val="solid"/>
                      <a:round/>
                      <a:headEnd type="none" w="med" len="med"/>
                      <a:tailEnd type="none" w="med" len="med"/>
                    </a:lnB>
                    <a:solidFill>
                      <a:srgbClr val="FFFDF9"/>
                    </a:solidFill>
                  </a:tcPr>
                </a:tc>
              </a:tr>
              <a:tr h="383408">
                <a:tc>
                  <a:txBody>
                    <a:bodyPr/>
                    <a:lstStyle/>
                    <a:p>
                      <a:pPr indent="0" marL="0">
                        <a:lnSpc>
                          <a:spcPts val="1920"/>
                        </a:lnSpc>
                        <a:buNone/>
                      </a:pPr>
                      <a:r>
                        <a:rPr lang="en-US" sz="1600" dirty="0">
                          <a:solidFill>
                            <a:srgbClr val="15233F"/>
                          </a:solidFill>
                          <a:latin typeface="Arial" pitchFamily="34" charset="0"/>
                          <a:ea typeface="Arial" pitchFamily="34" charset="-122"/>
                          <a:cs typeface="Arial" pitchFamily="34" charset="-120"/>
                        </a:rPr>
                        <a:t>Decades</a:t>
                      </a:r>
                      <a:endParaRPr lang="en-US" sz="1600" dirty="0">
                        <a:latin typeface="Arial" charset="0"/>
                        <a:ea typeface="Arial" charset="0"/>
                        <a:cs typeface="Arial" charset="0"/>
                      </a:endParaRPr>
                    </a:p>
                  </a:txBody>
                  <a:tcPr marL="121920" marR="121920" marT="71120" marB="71120" anchor="ctr">
                    <a:lnL w="0" cap="flat" cmpd="sng" algn="ctr">
                      <a:noFill/>
                    </a:lnL>
                    <a:lnR w="0" cap="flat" cmpd="sng" algn="ctr">
                      <a:noFill/>
                    </a:lnR>
                    <a:lnT w="0" cap="flat" cmpd="sng" algn="ctr">
                      <a:noFill/>
                    </a:lnT>
                    <a:lnB w="6350" cap="flat" cmpd="sng" algn="ctr">
                      <a:solidFill>
                        <a:srgbClr val="DFDEDB"/>
                      </a:solidFill>
                      <a:prstDash val="solid"/>
                      <a:round/>
                      <a:headEnd type="none" w="med" len="med"/>
                      <a:tailEnd type="none" w="med" len="med"/>
                    </a:lnB>
                    <a:solidFill>
                      <a:srgbClr val="F3EEE4"/>
                    </a:solidFill>
                  </a:tcPr>
                </a:tc>
                <a:tc>
                  <a:txBody>
                    <a:bodyPr/>
                    <a:lstStyle/>
                    <a:p>
                      <a:pPr indent="0" marL="0">
                        <a:lnSpc>
                          <a:spcPts val="1920"/>
                        </a:lnSpc>
                        <a:buNone/>
                      </a:pPr>
                      <a:r>
                        <a:rPr lang="en-US" sz="1600" dirty="0">
                          <a:solidFill>
                            <a:srgbClr val="15233F"/>
                          </a:solidFill>
                          <a:latin typeface="Arial" pitchFamily="34" charset="0"/>
                          <a:ea typeface="Arial" pitchFamily="34" charset="-122"/>
                          <a:cs typeface="Arial" pitchFamily="34" charset="-120"/>
                        </a:rPr>
                        <a:t>the 1990s, the 2020s</a:t>
                      </a:r>
                      <a:endParaRPr lang="en-US" sz="1600" dirty="0">
                        <a:latin typeface="Arial" charset="0"/>
                        <a:ea typeface="Arial" charset="0"/>
                        <a:cs typeface="Arial" charset="0"/>
                      </a:endParaRPr>
                    </a:p>
                  </a:txBody>
                  <a:tcPr marL="121920" marR="121920" marT="71120" marB="71120" anchor="ctr">
                    <a:lnL w="0" cap="flat" cmpd="sng" algn="ctr">
                      <a:noFill/>
                    </a:lnL>
                    <a:lnR w="0" cap="flat" cmpd="sng" algn="ctr">
                      <a:noFill/>
                    </a:lnR>
                    <a:lnT w="0" cap="flat" cmpd="sng" algn="ctr">
                      <a:noFill/>
                    </a:lnT>
                    <a:lnB w="6350" cap="flat" cmpd="sng" algn="ctr">
                      <a:solidFill>
                        <a:srgbClr val="DFDEDB"/>
                      </a:solidFill>
                      <a:prstDash val="solid"/>
                      <a:round/>
                      <a:headEnd type="none" w="med" len="med"/>
                      <a:tailEnd type="none" w="med" len="med"/>
                    </a:lnB>
                    <a:solidFill>
                      <a:srgbClr val="F3EEE4"/>
                    </a:solidFill>
                  </a:tcPr>
                </a:tc>
              </a:tr>
              <a:tr h="377007">
                <a:tc>
                  <a:txBody>
                    <a:bodyPr/>
                    <a:lstStyle/>
                    <a:p>
                      <a:pPr indent="0" marL="0">
                        <a:lnSpc>
                          <a:spcPts val="1920"/>
                        </a:lnSpc>
                        <a:buNone/>
                      </a:pPr>
                      <a:r>
                        <a:rPr lang="en-US" sz="1600" dirty="0">
                          <a:solidFill>
                            <a:srgbClr val="15233F"/>
                          </a:solidFill>
                          <a:latin typeface="Arial" pitchFamily="34" charset="0"/>
                          <a:ea typeface="Arial" pitchFamily="34" charset="-122"/>
                          <a:cs typeface="Arial" pitchFamily="34" charset="-120"/>
                        </a:rPr>
                        <a:t>A whole family</a:t>
                      </a:r>
                      <a:endParaRPr lang="en-US" sz="1600" dirty="0">
                        <a:latin typeface="Arial" charset="0"/>
                        <a:ea typeface="Arial" charset="0"/>
                        <a:cs typeface="Arial" charset="0"/>
                      </a:endParaRPr>
                    </a:p>
                  </a:txBody>
                  <a:tcPr marL="121920" marR="121920" marT="71120" marB="71120" anchor="ctr">
                    <a:lnL w="0" cap="flat" cmpd="sng" algn="ctr">
                      <a:noFill/>
                    </a:lnL>
                    <a:lnR w="0" cap="flat" cmpd="sng" algn="ctr">
                      <a:noFill/>
                    </a:lnR>
                    <a:lnT w="0" cap="flat" cmpd="sng" algn="ctr">
                      <a:noFill/>
                    </a:lnT>
                    <a:lnB w="0" cap="flat" cmpd="sng" algn="ctr">
                      <a:noFill/>
                    </a:lnB>
                    <a:solidFill>
                      <a:srgbClr val="FFFDF9"/>
                    </a:solidFill>
                  </a:tcPr>
                </a:tc>
                <a:tc>
                  <a:txBody>
                    <a:bodyPr/>
                    <a:lstStyle/>
                    <a:p>
                      <a:pPr indent="0" marL="0">
                        <a:lnSpc>
                          <a:spcPts val="1920"/>
                        </a:lnSpc>
                        <a:buNone/>
                      </a:pPr>
                      <a:r>
                        <a:rPr lang="en-US" sz="1600" dirty="0">
                          <a:solidFill>
                            <a:srgbClr val="15233F"/>
                          </a:solidFill>
                          <a:latin typeface="Arial" pitchFamily="34" charset="0"/>
                          <a:ea typeface="Arial" pitchFamily="34" charset="-122"/>
                          <a:cs typeface="Arial" pitchFamily="34" charset="-120"/>
                        </a:rPr>
                        <a:t>the Smiths, the Karimovs</a:t>
                      </a:r>
                      <a:endParaRPr lang="en-US" sz="1600" dirty="0">
                        <a:latin typeface="Arial" charset="0"/>
                        <a:ea typeface="Arial" charset="0"/>
                        <a:cs typeface="Arial" charset="0"/>
                      </a:endParaRPr>
                    </a:p>
                  </a:txBody>
                  <a:tcPr marL="121920" marR="121920" marT="71120" marB="71120" anchor="ctr">
                    <a:lnL w="0" cap="flat" cmpd="sng" algn="ctr">
                      <a:noFill/>
                    </a:lnL>
                    <a:lnR w="0" cap="flat" cmpd="sng" algn="ctr">
                      <a:noFill/>
                    </a:lnR>
                    <a:lnT w="0" cap="flat" cmpd="sng" algn="ctr">
                      <a:noFill/>
                    </a:lnT>
                    <a:lnB w="0" cap="flat" cmpd="sng" algn="ctr">
                      <a:noFill/>
                    </a:lnB>
                    <a:solidFill>
                      <a:srgbClr val="FFFDF9"/>
                    </a:solidFill>
                  </a:tcPr>
                </a:tc>
              </a:tr>
            </a:tbl>
          </a:graphicData>
        </a:graphic>
      </p:graphicFrame>
      <p:sp>
        <p:nvSpPr>
          <p:cNvPr id="6" name="Shape 3"/>
          <p:cNvSpPr/>
          <p:nvPr/>
        </p:nvSpPr>
        <p:spPr>
          <a:xfrm>
            <a:off x="812810" y="1803288"/>
            <a:ext cx="10566441" cy="3086100"/>
          </a:xfrm>
          <a:prstGeom prst="rect">
            <a:avLst/>
          </a:prstGeom>
          <a:ln w="12700">
            <a:solidFill>
              <a:srgbClr val="E6DFD0"/>
            </a:solidFill>
            <a:prstDash val="solid"/>
          </a:ln>
        </p:spPr>
      </p:sp>
      <p:sp>
        <p:nvSpPr>
          <p:cNvPr id="7" name="Text 4"/>
          <p:cNvSpPr txBox="1"/>
          <p:nvPr/>
        </p:nvSpPr>
        <p:spPr>
          <a:xfrm>
            <a:off x="812810" y="6223041"/>
            <a:ext cx="7810530" cy="228600"/>
          </a:xfrm>
          <a:prstGeom prst="rect">
            <a:avLst/>
          </a:prstGeom>
          <a:noFill/>
          <a:ln/>
        </p:spPr>
        <p:txBody>
          <a:bodyPr wrap="square" lIns="0" tIns="0" rIns="0" bIns="0" rtlCol="0" anchor="t"/>
          <a:lstStyle/>
          <a:p>
            <a:pPr algn="l" indent="0" marL="0">
              <a:lnSpc>
                <a:spcPts val="1680"/>
              </a:lnSpc>
              <a:buNone/>
            </a:pPr>
            <a:r>
              <a:rPr lang="en-US" sz="1200" dirty="0">
                <a:solidFill>
                  <a:srgbClr val="636B78"/>
                </a:solidFill>
                <a:latin typeface="Arial" pitchFamily="34" charset="0"/>
                <a:ea typeface="Arial" pitchFamily="34" charset="-122"/>
                <a:cs typeface="Arial" pitchFamily="34" charset="-120"/>
              </a:rPr>
              <a:t>English Articles · A, An &amp; The</a:t>
            </a:r>
            <a:endParaRPr lang="en-US" sz="1200" dirty="0"/>
          </a:p>
        </p:txBody>
      </p:sp>
      <p:sp>
        <p:nvSpPr>
          <p:cNvPr id="8" name="Text 5"/>
          <p:cNvSpPr txBox="1"/>
          <p:nvPr/>
        </p:nvSpPr>
        <p:spPr>
          <a:xfrm>
            <a:off x="10045690" y="6223041"/>
            <a:ext cx="1333470" cy="228600"/>
          </a:xfrm>
          <a:prstGeom prst="rect">
            <a:avLst/>
          </a:prstGeom>
          <a:noFill/>
          <a:ln/>
        </p:spPr>
        <p:txBody>
          <a:bodyPr wrap="square" lIns="0" tIns="0" rIns="0" bIns="0" rtlCol="0" anchor="t"/>
          <a:lstStyle/>
          <a:p>
            <a:pPr algn="r" indent="0" marL="0">
              <a:lnSpc>
                <a:spcPts val="1680"/>
              </a:lnSpc>
              <a:buNone/>
            </a:pPr>
            <a:r>
              <a:rPr lang="en-US" sz="1200" dirty="0">
                <a:solidFill>
                  <a:srgbClr val="636B78"/>
                </a:solidFill>
                <a:latin typeface="Arial" pitchFamily="34" charset="0"/>
                <a:ea typeface="Arial" pitchFamily="34" charset="-122"/>
                <a:cs typeface="Arial" pitchFamily="34" charset="-120"/>
              </a:rPr>
              <a:t>12</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7F0"/>
        </a:solidFill>
      </p:bgPr>
    </p:bg>
    <p:spTree>
      <p:nvGrpSpPr>
        <p:cNvPr id="1" name=""/>
        <p:cNvGrpSpPr/>
        <p:nvPr/>
      </p:nvGrpSpPr>
      <p:grpSpPr>
        <a:xfrm>
          <a:off x="0" y="0"/>
          <a:ext cx="0" cy="0"/>
          <a:chOff x="0" y="0"/>
          <a:chExt cx="0" cy="0"/>
        </a:xfrm>
      </p:grpSpPr>
      <p:sp>
        <p:nvSpPr>
          <p:cNvPr id="2" name="Text 0"/>
          <p:cNvSpPr txBox="1"/>
          <p:nvPr/>
        </p:nvSpPr>
        <p:spPr>
          <a:xfrm>
            <a:off x="812810" y="797540"/>
            <a:ext cx="10815798" cy="228600"/>
          </a:xfrm>
          <a:prstGeom prst="rect">
            <a:avLst/>
          </a:prstGeom>
          <a:noFill/>
          <a:ln/>
        </p:spPr>
        <p:txBody>
          <a:bodyPr wrap="square" lIns="0" tIns="0" rIns="0" bIns="0" rtlCol="0" anchor="t"/>
          <a:lstStyle/>
          <a:p>
            <a:pPr algn="l" indent="0" marL="0">
              <a:lnSpc>
                <a:spcPts val="1680"/>
              </a:lnSpc>
              <a:buNone/>
            </a:pPr>
            <a:r>
              <a:rPr lang="en-US" sz="1200" b="1" spc="150" kern="0" dirty="0">
                <a:solidFill>
                  <a:srgbClr val="636B78"/>
                </a:solidFill>
                <a:latin typeface="Arial" pitchFamily="34" charset="0"/>
                <a:ea typeface="Arial" pitchFamily="34" charset="-122"/>
                <a:cs typeface="Arial" pitchFamily="34" charset="-120"/>
              </a:rPr>
              <a:t>05 · NO ARTICLE (Ø)</a:t>
            </a:r>
            <a:endParaRPr lang="en-US" sz="1200" dirty="0"/>
          </a:p>
        </p:txBody>
      </p:sp>
      <p:sp>
        <p:nvSpPr>
          <p:cNvPr id="3" name="Text 1"/>
          <p:cNvSpPr txBox="1"/>
          <p:nvPr/>
        </p:nvSpPr>
        <p:spPr>
          <a:xfrm>
            <a:off x="812810" y="1102309"/>
            <a:ext cx="10815798" cy="446959"/>
          </a:xfrm>
          <a:prstGeom prst="rect">
            <a:avLst/>
          </a:prstGeom>
          <a:noFill/>
          <a:ln/>
        </p:spPr>
        <p:txBody>
          <a:bodyPr wrap="square" lIns="0" tIns="0" rIns="0" bIns="0" rtlCol="0" anchor="t"/>
          <a:lstStyle/>
          <a:p>
            <a:pPr algn="l" indent="0" marL="0">
              <a:lnSpc>
                <a:spcPts val="3520"/>
              </a:lnSpc>
              <a:buNone/>
            </a:pPr>
            <a:r>
              <a:rPr lang="en-US" sz="3200" b="1" dirty="0">
                <a:solidFill>
                  <a:srgbClr val="15233F"/>
                </a:solidFill>
                <a:latin typeface="Arial" pitchFamily="34" charset="0"/>
                <a:ea typeface="Arial" pitchFamily="34" charset="-122"/>
                <a:cs typeface="Arial" pitchFamily="34" charset="-120"/>
              </a:rPr>
              <a:t>No article: talking in general</a:t>
            </a:r>
            <a:endParaRPr lang="en-US" sz="3200" dirty="0"/>
          </a:p>
        </p:txBody>
      </p:sp>
      <p:sp>
        <p:nvSpPr>
          <p:cNvPr id="4" name="Text 2"/>
          <p:cNvSpPr txBox="1"/>
          <p:nvPr/>
        </p:nvSpPr>
        <p:spPr>
          <a:xfrm>
            <a:off x="812810" y="1782989"/>
            <a:ext cx="10815798" cy="304770"/>
          </a:xfrm>
          <a:prstGeom prst="rect">
            <a:avLst/>
          </a:prstGeom>
          <a:noFill/>
          <a:ln/>
        </p:spPr>
        <p:txBody>
          <a:bodyPr wrap="square" lIns="0" tIns="0" rIns="0" bIns="0" rtlCol="0" anchor="t"/>
          <a:lstStyle/>
          <a:p>
            <a:pPr algn="l" indent="0" marL="0">
              <a:lnSpc>
                <a:spcPts val="2240"/>
              </a:lnSpc>
              <a:buNone/>
            </a:pPr>
            <a:r>
              <a:rPr lang="en-US" sz="1600" dirty="0">
                <a:solidFill>
                  <a:srgbClr val="3F4A5C"/>
                </a:solidFill>
                <a:latin typeface="Arial" pitchFamily="34" charset="0"/>
                <a:ea typeface="Arial" pitchFamily="34" charset="-122"/>
                <a:cs typeface="Arial" pitchFamily="34" charset="-120"/>
              </a:rPr>
              <a:t>When we talk about things </a:t>
            </a:r>
            <a:pPr algn="l" indent="0" marL="0">
              <a:lnSpc>
                <a:spcPts val="2240"/>
              </a:lnSpc>
              <a:buNone/>
            </a:pPr>
            <a:r>
              <a:rPr lang="en-US" sz="1600" b="1" dirty="0">
                <a:solidFill>
                  <a:srgbClr val="3F4A5C"/>
                </a:solidFill>
                <a:latin typeface="Arial" pitchFamily="34" charset="0"/>
                <a:ea typeface="Arial" pitchFamily="34" charset="-122"/>
                <a:cs typeface="Arial" pitchFamily="34" charset="-120"/>
              </a:rPr>
              <a:t>in general</a:t>
            </a:r>
            <a:pPr algn="l" indent="0" marL="0">
              <a:lnSpc>
                <a:spcPts val="2240"/>
              </a:lnSpc>
              <a:buNone/>
            </a:pPr>
            <a:r>
              <a:rPr lang="en-US" sz="1600" dirty="0">
                <a:solidFill>
                  <a:srgbClr val="3F4A5C"/>
                </a:solidFill>
                <a:latin typeface="Arial" pitchFamily="34" charset="0"/>
                <a:ea typeface="Arial" pitchFamily="34" charset="-122"/>
                <a:cs typeface="Arial" pitchFamily="34" charset="-120"/>
              </a:rPr>
              <a:t> (all of them, or the idea), we use plural or uncountable nouns with </a:t>
            </a:r>
            <a:pPr algn="l" indent="0" marL="0">
              <a:lnSpc>
                <a:spcPts val="2240"/>
              </a:lnSpc>
              <a:buNone/>
            </a:pPr>
            <a:r>
              <a:rPr lang="en-US" sz="1600" b="1" dirty="0">
                <a:solidFill>
                  <a:srgbClr val="3F4A5C"/>
                </a:solidFill>
                <a:latin typeface="Arial" pitchFamily="34" charset="0"/>
                <a:ea typeface="Arial" pitchFamily="34" charset="-122"/>
                <a:cs typeface="Arial" pitchFamily="34" charset="-120"/>
              </a:rPr>
              <a:t>no article</a:t>
            </a:r>
            <a:pPr algn="l" indent="0" marL="0">
              <a:lnSpc>
                <a:spcPts val="2240"/>
              </a:lnSpc>
              <a:buNone/>
            </a:pPr>
            <a:r>
              <a:rPr lang="en-US" sz="1600" dirty="0">
                <a:solidFill>
                  <a:srgbClr val="3F4A5C"/>
                </a:solidFill>
                <a:latin typeface="Arial" pitchFamily="34" charset="0"/>
                <a:ea typeface="Arial" pitchFamily="34" charset="-122"/>
                <a:cs typeface="Arial" pitchFamily="34" charset="-120"/>
              </a:rPr>
              <a:t>.</a:t>
            </a:r>
            <a:endParaRPr lang="en-US" sz="1600" dirty="0"/>
          </a:p>
        </p:txBody>
      </p:sp>
      <p:sp>
        <p:nvSpPr>
          <p:cNvPr id="5" name="Text 3"/>
          <p:cNvSpPr txBox="1"/>
          <p:nvPr/>
        </p:nvSpPr>
        <p:spPr>
          <a:xfrm>
            <a:off x="812810" y="2326508"/>
            <a:ext cx="5362224" cy="228600"/>
          </a:xfrm>
          <a:prstGeom prst="rect">
            <a:avLst/>
          </a:prstGeom>
          <a:noFill/>
          <a:ln/>
        </p:spPr>
        <p:txBody>
          <a:bodyPr wrap="square" lIns="0" tIns="0" rIns="0" bIns="0" rtlCol="0" anchor="t"/>
          <a:lstStyle/>
          <a:p>
            <a:pPr algn="l" indent="0" marL="0">
              <a:lnSpc>
                <a:spcPts val="1680"/>
              </a:lnSpc>
              <a:buNone/>
            </a:pPr>
            <a:r>
              <a:rPr lang="en-US" sz="1200" b="1" spc="100" kern="0" dirty="0">
                <a:solidFill>
                  <a:srgbClr val="5E6675"/>
                </a:solidFill>
                <a:latin typeface="Arial" pitchFamily="34" charset="0"/>
                <a:ea typeface="Arial" pitchFamily="34" charset="-122"/>
                <a:cs typeface="Arial" pitchFamily="34" charset="-120"/>
              </a:rPr>
              <a:t>GENERAL → NO ARTICLE (Ø)</a:t>
            </a:r>
            <a:endParaRPr lang="en-US" sz="1200" dirty="0"/>
          </a:p>
        </p:txBody>
      </p:sp>
      <p:sp>
        <p:nvSpPr>
          <p:cNvPr id="6" name="Text 4"/>
          <p:cNvSpPr txBox="1"/>
          <p:nvPr/>
        </p:nvSpPr>
        <p:spPr>
          <a:xfrm>
            <a:off x="6159490" y="2326508"/>
            <a:ext cx="5362224" cy="228600"/>
          </a:xfrm>
          <a:prstGeom prst="rect">
            <a:avLst/>
          </a:prstGeom>
          <a:noFill/>
          <a:ln/>
        </p:spPr>
        <p:txBody>
          <a:bodyPr wrap="square" lIns="0" tIns="0" rIns="0" bIns="0" rtlCol="0" anchor="t"/>
          <a:lstStyle/>
          <a:p>
            <a:pPr algn="l" indent="0" marL="0">
              <a:lnSpc>
                <a:spcPts val="1680"/>
              </a:lnSpc>
              <a:buNone/>
            </a:pPr>
            <a:r>
              <a:rPr lang="en-US" sz="1200" b="1" spc="100" kern="0" dirty="0">
                <a:solidFill>
                  <a:srgbClr val="A2470F"/>
                </a:solidFill>
                <a:latin typeface="Arial" pitchFamily="34" charset="0"/>
                <a:ea typeface="Arial" pitchFamily="34" charset="-122"/>
                <a:cs typeface="Arial" pitchFamily="34" charset="-120"/>
              </a:rPr>
              <a:t>SPECIFIC → THE</a:t>
            </a:r>
            <a:endParaRPr lang="en-US" sz="1200" dirty="0"/>
          </a:p>
        </p:txBody>
      </p:sp>
      <p:sp>
        <p:nvSpPr>
          <p:cNvPr id="7" name="Shape 5"/>
          <p:cNvSpPr/>
          <p:nvPr/>
        </p:nvSpPr>
        <p:spPr>
          <a:xfrm>
            <a:off x="812810" y="2682118"/>
            <a:ext cx="5219670" cy="578998"/>
          </a:xfrm>
          <a:prstGeom prst="roundRect">
            <a:avLst>
              <a:gd name="adj" fmla="val 15351"/>
            </a:avLst>
          </a:prstGeom>
          <a:solidFill>
            <a:srgbClr val="ECEAE6"/>
          </a:solidFill>
          <a:ln/>
        </p:spPr>
      </p:sp>
      <p:sp>
        <p:nvSpPr>
          <p:cNvPr id="8" name="Text 6"/>
          <p:cNvSpPr txBox="1"/>
          <p:nvPr/>
        </p:nvSpPr>
        <p:spPr>
          <a:xfrm>
            <a:off x="1015990" y="2819278"/>
            <a:ext cx="4947636" cy="289499"/>
          </a:xfrm>
          <a:prstGeom prst="rect">
            <a:avLst/>
          </a:prstGeom>
          <a:noFill/>
          <a:ln/>
        </p:spPr>
        <p:txBody>
          <a:bodyPr wrap="square" lIns="0" tIns="0" rIns="0" bIns="0" rtlCol="0" anchor="t"/>
          <a:lstStyle/>
          <a:p>
            <a:pPr algn="l" indent="0" marL="0">
              <a:lnSpc>
                <a:spcPts val="2160"/>
              </a:lnSpc>
              <a:buNone/>
            </a:pPr>
            <a:r>
              <a:rPr lang="en-US" sz="1600" b="1" dirty="0">
                <a:solidFill>
                  <a:srgbClr val="5E6675"/>
                </a:solidFill>
                <a:latin typeface="Arial" pitchFamily="34" charset="0"/>
                <a:ea typeface="Arial" pitchFamily="34" charset="-122"/>
                <a:cs typeface="Arial" pitchFamily="34" charset="-120"/>
              </a:rPr>
              <a:t>Dogs</a:t>
            </a:r>
            <a:pPr algn="l" indent="0" marL="0">
              <a:lnSpc>
                <a:spcPts val="2160"/>
              </a:lnSpc>
              <a:buNone/>
            </a:pPr>
            <a:r>
              <a:rPr lang="en-US" sz="1600" dirty="0">
                <a:solidFill>
                  <a:srgbClr val="15233F"/>
                </a:solidFill>
                <a:latin typeface="Arial" pitchFamily="34" charset="0"/>
                <a:ea typeface="Arial" pitchFamily="34" charset="-122"/>
                <a:cs typeface="Arial" pitchFamily="34" charset="-120"/>
              </a:rPr>
              <a:t> are loyal animals.</a:t>
            </a:r>
            <a:endParaRPr lang="en-US" sz="1600" dirty="0"/>
          </a:p>
        </p:txBody>
      </p:sp>
      <p:sp>
        <p:nvSpPr>
          <p:cNvPr id="9" name="Shape 7"/>
          <p:cNvSpPr/>
          <p:nvPr/>
        </p:nvSpPr>
        <p:spPr>
          <a:xfrm>
            <a:off x="6159490" y="2682118"/>
            <a:ext cx="5219670" cy="578998"/>
          </a:xfrm>
          <a:prstGeom prst="roundRect">
            <a:avLst>
              <a:gd name="adj" fmla="val 15351"/>
            </a:avLst>
          </a:prstGeom>
          <a:solidFill>
            <a:srgbClr val="FBE8DA"/>
          </a:solidFill>
          <a:ln/>
        </p:spPr>
      </p:sp>
      <p:sp>
        <p:nvSpPr>
          <p:cNvPr id="10" name="Text 8"/>
          <p:cNvSpPr txBox="1"/>
          <p:nvPr/>
        </p:nvSpPr>
        <p:spPr>
          <a:xfrm>
            <a:off x="6362670" y="2819278"/>
            <a:ext cx="4947636" cy="289499"/>
          </a:xfrm>
          <a:prstGeom prst="rect">
            <a:avLst/>
          </a:prstGeom>
          <a:noFill/>
          <a:ln/>
        </p:spPr>
        <p:txBody>
          <a:bodyPr wrap="square" lIns="0" tIns="0" rIns="0" bIns="0" rtlCol="0" anchor="t"/>
          <a:lstStyle/>
          <a:p>
            <a:pPr algn="l" indent="0" marL="0">
              <a:lnSpc>
                <a:spcPts val="2160"/>
              </a:lnSpc>
              <a:buNone/>
            </a:pPr>
            <a:r>
              <a:rPr lang="en-US" sz="1600" b="1" dirty="0">
                <a:solidFill>
                  <a:srgbClr val="A2470F"/>
                </a:solidFill>
                <a:latin typeface="Arial" pitchFamily="34" charset="0"/>
                <a:ea typeface="Arial" pitchFamily="34" charset="-122"/>
                <a:cs typeface="Arial" pitchFamily="34" charset="-120"/>
              </a:rPr>
              <a:t>The</a:t>
            </a:r>
            <a:pPr algn="l" indent="0" marL="0">
              <a:lnSpc>
                <a:spcPts val="2160"/>
              </a:lnSpc>
              <a:buNone/>
            </a:pPr>
            <a:r>
              <a:rPr lang="en-US" sz="1600" dirty="0">
                <a:solidFill>
                  <a:srgbClr val="15233F"/>
                </a:solidFill>
                <a:latin typeface="Arial" pitchFamily="34" charset="0"/>
                <a:ea typeface="Arial" pitchFamily="34" charset="-122"/>
                <a:cs typeface="Arial" pitchFamily="34" charset="-120"/>
              </a:rPr>
              <a:t> dogs next door are very loud.</a:t>
            </a:r>
            <a:endParaRPr lang="en-US" sz="1600" dirty="0"/>
          </a:p>
        </p:txBody>
      </p:sp>
      <p:sp>
        <p:nvSpPr>
          <p:cNvPr id="11" name="Shape 9"/>
          <p:cNvSpPr/>
          <p:nvPr/>
        </p:nvSpPr>
        <p:spPr>
          <a:xfrm>
            <a:off x="812810" y="3388126"/>
            <a:ext cx="5219670" cy="578998"/>
          </a:xfrm>
          <a:prstGeom prst="roundRect">
            <a:avLst>
              <a:gd name="adj" fmla="val 15351"/>
            </a:avLst>
          </a:prstGeom>
          <a:solidFill>
            <a:srgbClr val="ECEAE6"/>
          </a:solidFill>
          <a:ln/>
        </p:spPr>
      </p:sp>
      <p:sp>
        <p:nvSpPr>
          <p:cNvPr id="12" name="Text 10"/>
          <p:cNvSpPr txBox="1"/>
          <p:nvPr/>
        </p:nvSpPr>
        <p:spPr>
          <a:xfrm>
            <a:off x="1015990" y="3525286"/>
            <a:ext cx="4947636" cy="289499"/>
          </a:xfrm>
          <a:prstGeom prst="rect">
            <a:avLst/>
          </a:prstGeom>
          <a:noFill/>
          <a:ln/>
        </p:spPr>
        <p:txBody>
          <a:bodyPr wrap="square" lIns="0" tIns="0" rIns="0" bIns="0" rtlCol="0" anchor="t"/>
          <a:lstStyle/>
          <a:p>
            <a:pPr algn="l" indent="0" marL="0">
              <a:lnSpc>
                <a:spcPts val="2160"/>
              </a:lnSpc>
              <a:buNone/>
            </a:pPr>
            <a:r>
              <a:rPr lang="en-US" sz="1600" dirty="0">
                <a:solidFill>
                  <a:srgbClr val="15233F"/>
                </a:solidFill>
                <a:latin typeface="Arial" pitchFamily="34" charset="0"/>
                <a:ea typeface="Arial" pitchFamily="34" charset="-122"/>
                <a:cs typeface="Arial" pitchFamily="34" charset="-120"/>
              </a:rPr>
              <a:t>I love </a:t>
            </a:r>
            <a:pPr algn="l" indent="0" marL="0">
              <a:lnSpc>
                <a:spcPts val="2160"/>
              </a:lnSpc>
              <a:buNone/>
            </a:pPr>
            <a:r>
              <a:rPr lang="en-US" sz="1600" b="1" dirty="0">
                <a:solidFill>
                  <a:srgbClr val="5E6675"/>
                </a:solidFill>
                <a:latin typeface="Arial" pitchFamily="34" charset="0"/>
                <a:ea typeface="Arial" pitchFamily="34" charset="-122"/>
                <a:cs typeface="Arial" pitchFamily="34" charset="-120"/>
              </a:rPr>
              <a:t>music</a:t>
            </a:r>
            <a:pPr algn="l" indent="0" marL="0">
              <a:lnSpc>
                <a:spcPts val="2160"/>
              </a:lnSpc>
              <a:buNone/>
            </a:pPr>
            <a:r>
              <a:rPr lang="en-US" sz="1600" dirty="0">
                <a:solidFill>
                  <a:srgbClr val="15233F"/>
                </a:solidFill>
                <a:latin typeface="Arial" pitchFamily="34" charset="0"/>
                <a:ea typeface="Arial" pitchFamily="34" charset="-122"/>
                <a:cs typeface="Arial" pitchFamily="34" charset="-120"/>
              </a:rPr>
              <a:t>.</a:t>
            </a:r>
            <a:endParaRPr lang="en-US" sz="1600" dirty="0"/>
          </a:p>
        </p:txBody>
      </p:sp>
      <p:sp>
        <p:nvSpPr>
          <p:cNvPr id="13" name="Shape 11"/>
          <p:cNvSpPr/>
          <p:nvPr/>
        </p:nvSpPr>
        <p:spPr>
          <a:xfrm>
            <a:off x="6159490" y="3388126"/>
            <a:ext cx="5219670" cy="578998"/>
          </a:xfrm>
          <a:prstGeom prst="roundRect">
            <a:avLst>
              <a:gd name="adj" fmla="val 15351"/>
            </a:avLst>
          </a:prstGeom>
          <a:solidFill>
            <a:srgbClr val="FBE8DA"/>
          </a:solidFill>
          <a:ln/>
        </p:spPr>
      </p:sp>
      <p:sp>
        <p:nvSpPr>
          <p:cNvPr id="14" name="Text 12"/>
          <p:cNvSpPr txBox="1"/>
          <p:nvPr/>
        </p:nvSpPr>
        <p:spPr>
          <a:xfrm>
            <a:off x="6362670" y="3525286"/>
            <a:ext cx="4947636" cy="289499"/>
          </a:xfrm>
          <a:prstGeom prst="rect">
            <a:avLst/>
          </a:prstGeom>
          <a:noFill/>
          <a:ln/>
        </p:spPr>
        <p:txBody>
          <a:bodyPr wrap="square" lIns="0" tIns="0" rIns="0" bIns="0" rtlCol="0" anchor="t"/>
          <a:lstStyle/>
          <a:p>
            <a:pPr algn="l" indent="0" marL="0">
              <a:lnSpc>
                <a:spcPts val="2160"/>
              </a:lnSpc>
              <a:buNone/>
            </a:pPr>
            <a:r>
              <a:rPr lang="en-US" sz="1600" dirty="0">
                <a:solidFill>
                  <a:srgbClr val="15233F"/>
                </a:solidFill>
                <a:latin typeface="Arial" pitchFamily="34" charset="0"/>
                <a:ea typeface="Arial" pitchFamily="34" charset="-122"/>
                <a:cs typeface="Arial" pitchFamily="34" charset="-120"/>
              </a:rPr>
              <a:t>I love </a:t>
            </a:r>
            <a:pPr algn="l" indent="0" marL="0">
              <a:lnSpc>
                <a:spcPts val="2160"/>
              </a:lnSpc>
              <a:buNone/>
            </a:pPr>
            <a:r>
              <a:rPr lang="en-US" sz="1600" b="1" dirty="0">
                <a:solidFill>
                  <a:srgbClr val="A2470F"/>
                </a:solidFill>
                <a:latin typeface="Arial" pitchFamily="34" charset="0"/>
                <a:ea typeface="Arial" pitchFamily="34" charset="-122"/>
                <a:cs typeface="Arial" pitchFamily="34" charset="-120"/>
              </a:rPr>
              <a:t>the</a:t>
            </a:r>
            <a:pPr algn="l" indent="0" marL="0">
              <a:lnSpc>
                <a:spcPts val="2160"/>
              </a:lnSpc>
              <a:buNone/>
            </a:pPr>
            <a:r>
              <a:rPr lang="en-US" sz="1600" dirty="0">
                <a:solidFill>
                  <a:srgbClr val="15233F"/>
                </a:solidFill>
                <a:latin typeface="Arial" pitchFamily="34" charset="0"/>
                <a:ea typeface="Arial" pitchFamily="34" charset="-122"/>
                <a:cs typeface="Arial" pitchFamily="34" charset="-120"/>
              </a:rPr>
              <a:t> music in this film.</a:t>
            </a:r>
            <a:endParaRPr lang="en-US" sz="1600" dirty="0"/>
          </a:p>
        </p:txBody>
      </p:sp>
      <p:sp>
        <p:nvSpPr>
          <p:cNvPr id="15" name="Shape 13"/>
          <p:cNvSpPr/>
          <p:nvPr/>
        </p:nvSpPr>
        <p:spPr>
          <a:xfrm>
            <a:off x="812810" y="4094135"/>
            <a:ext cx="5219670" cy="578998"/>
          </a:xfrm>
          <a:prstGeom prst="roundRect">
            <a:avLst>
              <a:gd name="adj" fmla="val 15351"/>
            </a:avLst>
          </a:prstGeom>
          <a:solidFill>
            <a:srgbClr val="ECEAE6"/>
          </a:solidFill>
          <a:ln/>
        </p:spPr>
      </p:sp>
      <p:sp>
        <p:nvSpPr>
          <p:cNvPr id="16" name="Text 14"/>
          <p:cNvSpPr txBox="1"/>
          <p:nvPr/>
        </p:nvSpPr>
        <p:spPr>
          <a:xfrm>
            <a:off x="1015990" y="4231295"/>
            <a:ext cx="4947636" cy="289499"/>
          </a:xfrm>
          <a:prstGeom prst="rect">
            <a:avLst/>
          </a:prstGeom>
          <a:noFill/>
          <a:ln/>
        </p:spPr>
        <p:txBody>
          <a:bodyPr wrap="square" lIns="0" tIns="0" rIns="0" bIns="0" rtlCol="0" anchor="t"/>
          <a:lstStyle/>
          <a:p>
            <a:pPr algn="l" indent="0" marL="0">
              <a:lnSpc>
                <a:spcPts val="2160"/>
              </a:lnSpc>
              <a:buNone/>
            </a:pPr>
            <a:r>
              <a:rPr lang="en-US" sz="1600" b="1" dirty="0">
                <a:solidFill>
                  <a:srgbClr val="5E6675"/>
                </a:solidFill>
                <a:latin typeface="Arial" pitchFamily="34" charset="0"/>
                <a:ea typeface="Arial" pitchFamily="34" charset="-122"/>
                <a:cs typeface="Arial" pitchFamily="34" charset="-120"/>
              </a:rPr>
              <a:t>Water</a:t>
            </a:r>
            <a:pPr algn="l" indent="0" marL="0">
              <a:lnSpc>
                <a:spcPts val="2160"/>
              </a:lnSpc>
              <a:buNone/>
            </a:pPr>
            <a:r>
              <a:rPr lang="en-US" sz="1600" dirty="0">
                <a:solidFill>
                  <a:srgbClr val="15233F"/>
                </a:solidFill>
                <a:latin typeface="Arial" pitchFamily="34" charset="0"/>
                <a:ea typeface="Arial" pitchFamily="34" charset="-122"/>
                <a:cs typeface="Arial" pitchFamily="34" charset="-120"/>
              </a:rPr>
              <a:t> is important for life.</a:t>
            </a:r>
            <a:endParaRPr lang="en-US" sz="1600" dirty="0"/>
          </a:p>
        </p:txBody>
      </p:sp>
      <p:sp>
        <p:nvSpPr>
          <p:cNvPr id="17" name="Shape 15"/>
          <p:cNvSpPr/>
          <p:nvPr/>
        </p:nvSpPr>
        <p:spPr>
          <a:xfrm>
            <a:off x="6159490" y="4094135"/>
            <a:ext cx="5219670" cy="578998"/>
          </a:xfrm>
          <a:prstGeom prst="roundRect">
            <a:avLst>
              <a:gd name="adj" fmla="val 15351"/>
            </a:avLst>
          </a:prstGeom>
          <a:solidFill>
            <a:srgbClr val="FBE8DA"/>
          </a:solidFill>
          <a:ln/>
        </p:spPr>
      </p:sp>
      <p:sp>
        <p:nvSpPr>
          <p:cNvPr id="18" name="Text 16"/>
          <p:cNvSpPr txBox="1"/>
          <p:nvPr/>
        </p:nvSpPr>
        <p:spPr>
          <a:xfrm>
            <a:off x="6362670" y="4231295"/>
            <a:ext cx="4947636" cy="289499"/>
          </a:xfrm>
          <a:prstGeom prst="rect">
            <a:avLst/>
          </a:prstGeom>
          <a:noFill/>
          <a:ln/>
        </p:spPr>
        <p:txBody>
          <a:bodyPr wrap="square" lIns="0" tIns="0" rIns="0" bIns="0" rtlCol="0" anchor="t"/>
          <a:lstStyle/>
          <a:p>
            <a:pPr algn="l" indent="0" marL="0">
              <a:lnSpc>
                <a:spcPts val="2160"/>
              </a:lnSpc>
              <a:buNone/>
            </a:pPr>
            <a:r>
              <a:rPr lang="en-US" sz="1600" b="1" dirty="0">
                <a:solidFill>
                  <a:srgbClr val="A2470F"/>
                </a:solidFill>
                <a:latin typeface="Arial" pitchFamily="34" charset="0"/>
                <a:ea typeface="Arial" pitchFamily="34" charset="-122"/>
                <a:cs typeface="Arial" pitchFamily="34" charset="-120"/>
              </a:rPr>
              <a:t>The</a:t>
            </a:r>
            <a:pPr algn="l" indent="0" marL="0">
              <a:lnSpc>
                <a:spcPts val="2160"/>
              </a:lnSpc>
              <a:buNone/>
            </a:pPr>
            <a:r>
              <a:rPr lang="en-US" sz="1600" dirty="0">
                <a:solidFill>
                  <a:srgbClr val="15233F"/>
                </a:solidFill>
                <a:latin typeface="Arial" pitchFamily="34" charset="0"/>
                <a:ea typeface="Arial" pitchFamily="34" charset="-122"/>
                <a:cs typeface="Arial" pitchFamily="34" charset="-120"/>
              </a:rPr>
              <a:t> water in this bottle is cold.</a:t>
            </a:r>
            <a:endParaRPr lang="en-US" sz="1600" dirty="0"/>
          </a:p>
        </p:txBody>
      </p:sp>
      <p:sp>
        <p:nvSpPr>
          <p:cNvPr id="19" name="Text 17"/>
          <p:cNvSpPr txBox="1"/>
          <p:nvPr/>
        </p:nvSpPr>
        <p:spPr>
          <a:xfrm>
            <a:off x="812810" y="6223041"/>
            <a:ext cx="7810530" cy="228600"/>
          </a:xfrm>
          <a:prstGeom prst="rect">
            <a:avLst/>
          </a:prstGeom>
          <a:noFill/>
          <a:ln/>
        </p:spPr>
        <p:txBody>
          <a:bodyPr wrap="square" lIns="0" tIns="0" rIns="0" bIns="0" rtlCol="0" anchor="t"/>
          <a:lstStyle/>
          <a:p>
            <a:pPr algn="l" indent="0" marL="0">
              <a:lnSpc>
                <a:spcPts val="1680"/>
              </a:lnSpc>
              <a:buNone/>
            </a:pPr>
            <a:r>
              <a:rPr lang="en-US" sz="1200" dirty="0">
                <a:solidFill>
                  <a:srgbClr val="636B78"/>
                </a:solidFill>
                <a:latin typeface="Arial" pitchFamily="34" charset="0"/>
                <a:ea typeface="Arial" pitchFamily="34" charset="-122"/>
                <a:cs typeface="Arial" pitchFamily="34" charset="-120"/>
              </a:rPr>
              <a:t>English Articles · A, An &amp; The</a:t>
            </a:r>
            <a:endParaRPr lang="en-US" sz="1200" dirty="0"/>
          </a:p>
        </p:txBody>
      </p:sp>
      <p:sp>
        <p:nvSpPr>
          <p:cNvPr id="20" name="Text 18"/>
          <p:cNvSpPr txBox="1"/>
          <p:nvPr/>
        </p:nvSpPr>
        <p:spPr>
          <a:xfrm>
            <a:off x="10045690" y="6223041"/>
            <a:ext cx="1333470" cy="228600"/>
          </a:xfrm>
          <a:prstGeom prst="rect">
            <a:avLst/>
          </a:prstGeom>
          <a:noFill/>
          <a:ln/>
        </p:spPr>
        <p:txBody>
          <a:bodyPr wrap="square" lIns="0" tIns="0" rIns="0" bIns="0" rtlCol="0" anchor="t"/>
          <a:lstStyle/>
          <a:p>
            <a:pPr algn="r" indent="0" marL="0">
              <a:lnSpc>
                <a:spcPts val="1680"/>
              </a:lnSpc>
              <a:buNone/>
            </a:pPr>
            <a:r>
              <a:rPr lang="en-US" sz="1200" dirty="0">
                <a:solidFill>
                  <a:srgbClr val="636B78"/>
                </a:solidFill>
                <a:latin typeface="Arial" pitchFamily="34" charset="0"/>
                <a:ea typeface="Arial" pitchFamily="34" charset="-122"/>
                <a:cs typeface="Arial" pitchFamily="34" charset="-120"/>
              </a:rPr>
              <a:t>13</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7F0"/>
        </a:solidFill>
      </p:bgPr>
    </p:bg>
    <p:spTree>
      <p:nvGrpSpPr>
        <p:cNvPr id="1" name=""/>
        <p:cNvGrpSpPr/>
        <p:nvPr/>
      </p:nvGrpSpPr>
      <p:grpSpPr>
        <a:xfrm>
          <a:off x="0" y="0"/>
          <a:ext cx="0" cy="0"/>
          <a:chOff x="0" y="0"/>
          <a:chExt cx="0" cy="0"/>
        </a:xfrm>
      </p:grpSpPr>
      <p:sp>
        <p:nvSpPr>
          <p:cNvPr id="2" name="Text 0"/>
          <p:cNvSpPr txBox="1"/>
          <p:nvPr/>
        </p:nvSpPr>
        <p:spPr>
          <a:xfrm>
            <a:off x="812810" y="797540"/>
            <a:ext cx="10815798" cy="228600"/>
          </a:xfrm>
          <a:prstGeom prst="rect">
            <a:avLst/>
          </a:prstGeom>
          <a:noFill/>
          <a:ln/>
        </p:spPr>
        <p:txBody>
          <a:bodyPr wrap="square" lIns="0" tIns="0" rIns="0" bIns="0" rtlCol="0" anchor="t"/>
          <a:lstStyle/>
          <a:p>
            <a:pPr algn="l" indent="0" marL="0">
              <a:lnSpc>
                <a:spcPts val="1680"/>
              </a:lnSpc>
              <a:buNone/>
            </a:pPr>
            <a:r>
              <a:rPr lang="en-US" sz="1200" b="1" spc="150" kern="0" dirty="0">
                <a:solidFill>
                  <a:srgbClr val="636B78"/>
                </a:solidFill>
                <a:latin typeface="Arial" pitchFamily="34" charset="0"/>
                <a:ea typeface="Arial" pitchFamily="34" charset="-122"/>
                <a:cs typeface="Arial" pitchFamily="34" charset="-120"/>
              </a:rPr>
              <a:t>05 · NO ARTICLE (Ø)</a:t>
            </a:r>
            <a:endParaRPr lang="en-US" sz="1200" dirty="0"/>
          </a:p>
        </p:txBody>
      </p:sp>
      <p:sp>
        <p:nvSpPr>
          <p:cNvPr id="3" name="Text 1"/>
          <p:cNvSpPr txBox="1"/>
          <p:nvPr/>
        </p:nvSpPr>
        <p:spPr>
          <a:xfrm>
            <a:off x="812810" y="1102309"/>
            <a:ext cx="10815798" cy="446959"/>
          </a:xfrm>
          <a:prstGeom prst="rect">
            <a:avLst/>
          </a:prstGeom>
          <a:noFill/>
          <a:ln/>
        </p:spPr>
        <p:txBody>
          <a:bodyPr wrap="square" lIns="0" tIns="0" rIns="0" bIns="0" rtlCol="0" anchor="t"/>
          <a:lstStyle/>
          <a:p>
            <a:pPr algn="l" indent="0" marL="0">
              <a:lnSpc>
                <a:spcPts val="3520"/>
              </a:lnSpc>
              <a:buNone/>
            </a:pPr>
            <a:r>
              <a:rPr lang="en-US" sz="3200" b="1" dirty="0">
                <a:solidFill>
                  <a:srgbClr val="15233F"/>
                </a:solidFill>
                <a:latin typeface="Arial" pitchFamily="34" charset="0"/>
                <a:ea typeface="Arial" pitchFamily="34" charset="-122"/>
                <a:cs typeface="Arial" pitchFamily="34" charset="-120"/>
              </a:rPr>
              <a:t>No article: common fixed groups</a:t>
            </a:r>
            <a:endParaRPr lang="en-US" sz="3200" dirty="0"/>
          </a:p>
        </p:txBody>
      </p:sp>
      <p:sp>
        <p:nvSpPr>
          <p:cNvPr id="4" name="Shape 2"/>
          <p:cNvSpPr/>
          <p:nvPr/>
        </p:nvSpPr>
        <p:spPr>
          <a:xfrm>
            <a:off x="812810" y="1803288"/>
            <a:ext cx="3386663" cy="1660916"/>
          </a:xfrm>
          <a:prstGeom prst="roundRect">
            <a:avLst>
              <a:gd name="adj" fmla="val 6116"/>
            </a:avLst>
          </a:prstGeom>
          <a:solidFill>
            <a:srgbClr val="FFFDF9"/>
          </a:solidFill>
          <a:ln w="12700">
            <a:solidFill>
              <a:srgbClr val="E6DFD0"/>
            </a:solidFill>
            <a:prstDash val="solid"/>
          </a:ln>
        </p:spPr>
      </p:sp>
      <p:sp>
        <p:nvSpPr>
          <p:cNvPr id="5" name="Text 3"/>
          <p:cNvSpPr txBox="1"/>
          <p:nvPr/>
        </p:nvSpPr>
        <p:spPr>
          <a:xfrm>
            <a:off x="1054120" y="2034449"/>
            <a:ext cx="3000238" cy="274320"/>
          </a:xfrm>
          <a:prstGeom prst="rect">
            <a:avLst/>
          </a:prstGeom>
          <a:noFill/>
          <a:ln/>
        </p:spPr>
        <p:txBody>
          <a:bodyPr wrap="square" lIns="0" tIns="0" rIns="0" bIns="0" rtlCol="0" anchor="t"/>
          <a:lstStyle/>
          <a:p>
            <a:pPr algn="l" indent="0" marL="0">
              <a:lnSpc>
                <a:spcPts val="2080"/>
              </a:lnSpc>
              <a:buNone/>
            </a:pPr>
            <a:r>
              <a:rPr lang="en-US" sz="1600" b="1" dirty="0">
                <a:solidFill>
                  <a:srgbClr val="5E6675"/>
                </a:solidFill>
                <a:latin typeface="Arial" pitchFamily="34" charset="0"/>
                <a:ea typeface="Arial" pitchFamily="34" charset="-122"/>
                <a:cs typeface="Arial" pitchFamily="34" charset="-120"/>
              </a:rPr>
              <a:t>1</a:t>
            </a:r>
            <a:pPr algn="l" indent="0" marL="0">
              <a:lnSpc>
                <a:spcPts val="2080"/>
              </a:lnSpc>
              <a:buNone/>
            </a:pPr>
            <a:r>
              <a:rPr lang="en-US" sz="1600" b="1" dirty="0">
                <a:solidFill>
                  <a:srgbClr val="15233F"/>
                </a:solidFill>
                <a:latin typeface="Arial" pitchFamily="34" charset="0"/>
                <a:ea typeface="Arial" pitchFamily="34" charset="-122"/>
                <a:cs typeface="Arial" pitchFamily="34" charset="-120"/>
              </a:rPr>
              <a:t> Meals</a:t>
            </a:r>
            <a:endParaRPr lang="en-US" sz="1600" dirty="0"/>
          </a:p>
        </p:txBody>
      </p:sp>
      <p:sp>
        <p:nvSpPr>
          <p:cNvPr id="6" name="Text 4"/>
          <p:cNvSpPr txBox="1"/>
          <p:nvPr/>
        </p:nvSpPr>
        <p:spPr>
          <a:xfrm>
            <a:off x="1054120" y="2369668"/>
            <a:ext cx="3000238" cy="228600"/>
          </a:xfrm>
          <a:prstGeom prst="rect">
            <a:avLst/>
          </a:prstGeom>
          <a:noFill/>
          <a:ln/>
        </p:spPr>
        <p:txBody>
          <a:bodyPr wrap="square" lIns="0" tIns="0" rIns="0" bIns="0" rtlCol="0" anchor="t"/>
          <a:lstStyle/>
          <a:p>
            <a:pPr algn="l" indent="0" marL="0">
              <a:lnSpc>
                <a:spcPts val="1680"/>
              </a:lnSpc>
              <a:buNone/>
            </a:pPr>
            <a:r>
              <a:rPr lang="en-US" sz="1200" dirty="0">
                <a:solidFill>
                  <a:srgbClr val="3F4A5C"/>
                </a:solidFill>
                <a:latin typeface="Arial" pitchFamily="34" charset="0"/>
                <a:ea typeface="Arial" pitchFamily="34" charset="-122"/>
                <a:cs typeface="Arial" pitchFamily="34" charset="-120"/>
              </a:rPr>
              <a:t>breakfast, lunch, dinner</a:t>
            </a:r>
            <a:endParaRPr lang="en-US" sz="1200" dirty="0"/>
          </a:p>
        </p:txBody>
      </p:sp>
      <p:sp>
        <p:nvSpPr>
          <p:cNvPr id="7" name="Text 5"/>
          <p:cNvSpPr txBox="1"/>
          <p:nvPr/>
        </p:nvSpPr>
        <p:spPr>
          <a:xfrm>
            <a:off x="1054120" y="2659167"/>
            <a:ext cx="3000238" cy="289499"/>
          </a:xfrm>
          <a:prstGeom prst="rect">
            <a:avLst/>
          </a:prstGeom>
          <a:noFill/>
          <a:ln/>
        </p:spPr>
        <p:txBody>
          <a:bodyPr wrap="square" lIns="0" tIns="0" rIns="0" bIns="0" rtlCol="0" anchor="t"/>
          <a:lstStyle/>
          <a:p>
            <a:pPr algn="l" indent="0" marL="0">
              <a:lnSpc>
                <a:spcPts val="2160"/>
              </a:lnSpc>
              <a:buNone/>
            </a:pPr>
            <a:r>
              <a:rPr lang="en-US" sz="1600" dirty="0">
                <a:solidFill>
                  <a:srgbClr val="15233F"/>
                </a:solidFill>
                <a:latin typeface="Arial" pitchFamily="34" charset="0"/>
                <a:ea typeface="Arial" pitchFamily="34" charset="-122"/>
                <a:cs typeface="Arial" pitchFamily="34" charset="-120"/>
              </a:rPr>
              <a:t>Let’s have </a:t>
            </a:r>
            <a:pPr algn="l" indent="0" marL="0">
              <a:lnSpc>
                <a:spcPts val="2160"/>
              </a:lnSpc>
              <a:buNone/>
            </a:pPr>
            <a:r>
              <a:rPr lang="en-US" sz="1600" b="1" dirty="0">
                <a:solidFill>
                  <a:srgbClr val="5E6675"/>
                </a:solidFill>
                <a:latin typeface="Arial" pitchFamily="34" charset="0"/>
                <a:ea typeface="Arial" pitchFamily="34" charset="-122"/>
                <a:cs typeface="Arial" pitchFamily="34" charset="-120"/>
              </a:rPr>
              <a:t>lunch</a:t>
            </a:r>
            <a:pPr algn="l" indent="0" marL="0">
              <a:lnSpc>
                <a:spcPts val="2160"/>
              </a:lnSpc>
              <a:buNone/>
            </a:pPr>
            <a:r>
              <a:rPr lang="en-US" sz="1600" dirty="0">
                <a:solidFill>
                  <a:srgbClr val="15233F"/>
                </a:solidFill>
                <a:latin typeface="Arial" pitchFamily="34" charset="0"/>
                <a:ea typeface="Arial" pitchFamily="34" charset="-122"/>
                <a:cs typeface="Arial" pitchFamily="34" charset="-120"/>
              </a:rPr>
              <a:t> together.</a:t>
            </a:r>
            <a:endParaRPr lang="en-US" sz="1600" dirty="0"/>
          </a:p>
        </p:txBody>
      </p:sp>
      <p:sp>
        <p:nvSpPr>
          <p:cNvPr id="8" name="Shape 6"/>
          <p:cNvSpPr/>
          <p:nvPr/>
        </p:nvSpPr>
        <p:spPr>
          <a:xfrm>
            <a:off x="4402653" y="1803288"/>
            <a:ext cx="3386663" cy="1660916"/>
          </a:xfrm>
          <a:prstGeom prst="roundRect">
            <a:avLst>
              <a:gd name="adj" fmla="val 6116"/>
            </a:avLst>
          </a:prstGeom>
          <a:solidFill>
            <a:srgbClr val="FFFDF9"/>
          </a:solidFill>
          <a:ln w="12700">
            <a:solidFill>
              <a:srgbClr val="E6DFD0"/>
            </a:solidFill>
            <a:prstDash val="solid"/>
          </a:ln>
        </p:spPr>
      </p:sp>
      <p:sp>
        <p:nvSpPr>
          <p:cNvPr id="9" name="Text 7"/>
          <p:cNvSpPr txBox="1"/>
          <p:nvPr/>
        </p:nvSpPr>
        <p:spPr>
          <a:xfrm>
            <a:off x="4643963" y="2034449"/>
            <a:ext cx="3000238" cy="274320"/>
          </a:xfrm>
          <a:prstGeom prst="rect">
            <a:avLst/>
          </a:prstGeom>
          <a:noFill/>
          <a:ln/>
        </p:spPr>
        <p:txBody>
          <a:bodyPr wrap="square" lIns="0" tIns="0" rIns="0" bIns="0" rtlCol="0" anchor="t"/>
          <a:lstStyle/>
          <a:p>
            <a:pPr algn="l" indent="0" marL="0">
              <a:lnSpc>
                <a:spcPts val="2080"/>
              </a:lnSpc>
              <a:buNone/>
            </a:pPr>
            <a:r>
              <a:rPr lang="en-US" sz="1600" b="1" dirty="0">
                <a:solidFill>
                  <a:srgbClr val="5E6675"/>
                </a:solidFill>
                <a:latin typeface="Arial" pitchFamily="34" charset="0"/>
                <a:ea typeface="Arial" pitchFamily="34" charset="-122"/>
                <a:cs typeface="Arial" pitchFamily="34" charset="-120"/>
              </a:rPr>
              <a:t>2</a:t>
            </a:r>
            <a:pPr algn="l" indent="0" marL="0">
              <a:lnSpc>
                <a:spcPts val="2080"/>
              </a:lnSpc>
              <a:buNone/>
            </a:pPr>
            <a:r>
              <a:rPr lang="en-US" sz="1600" b="1" dirty="0">
                <a:solidFill>
                  <a:srgbClr val="15233F"/>
                </a:solidFill>
                <a:latin typeface="Arial" pitchFamily="34" charset="0"/>
                <a:ea typeface="Arial" pitchFamily="34" charset="-122"/>
                <a:cs typeface="Arial" pitchFamily="34" charset="-120"/>
              </a:rPr>
              <a:t> Sports and games</a:t>
            </a:r>
            <a:endParaRPr lang="en-US" sz="1600" dirty="0"/>
          </a:p>
        </p:txBody>
      </p:sp>
      <p:sp>
        <p:nvSpPr>
          <p:cNvPr id="10" name="Text 8"/>
          <p:cNvSpPr txBox="1"/>
          <p:nvPr/>
        </p:nvSpPr>
        <p:spPr>
          <a:xfrm>
            <a:off x="4643963" y="2369668"/>
            <a:ext cx="3000238" cy="228600"/>
          </a:xfrm>
          <a:prstGeom prst="rect">
            <a:avLst/>
          </a:prstGeom>
          <a:noFill/>
          <a:ln/>
        </p:spPr>
        <p:txBody>
          <a:bodyPr wrap="square" lIns="0" tIns="0" rIns="0" bIns="0" rtlCol="0" anchor="t"/>
          <a:lstStyle/>
          <a:p>
            <a:pPr algn="l" indent="0" marL="0">
              <a:lnSpc>
                <a:spcPts val="1680"/>
              </a:lnSpc>
              <a:buNone/>
            </a:pPr>
            <a:r>
              <a:rPr lang="en-US" sz="1200" dirty="0">
                <a:solidFill>
                  <a:srgbClr val="3F4A5C"/>
                </a:solidFill>
                <a:latin typeface="Arial" pitchFamily="34" charset="0"/>
                <a:ea typeface="Arial" pitchFamily="34" charset="-122"/>
                <a:cs typeface="Arial" pitchFamily="34" charset="-120"/>
              </a:rPr>
              <a:t>football, tennis, chess</a:t>
            </a:r>
            <a:endParaRPr lang="en-US" sz="1200" dirty="0"/>
          </a:p>
        </p:txBody>
      </p:sp>
      <p:sp>
        <p:nvSpPr>
          <p:cNvPr id="11" name="Text 9"/>
          <p:cNvSpPr txBox="1"/>
          <p:nvPr/>
        </p:nvSpPr>
        <p:spPr>
          <a:xfrm>
            <a:off x="4643963" y="2659167"/>
            <a:ext cx="3000238" cy="289499"/>
          </a:xfrm>
          <a:prstGeom prst="rect">
            <a:avLst/>
          </a:prstGeom>
          <a:noFill/>
          <a:ln/>
        </p:spPr>
        <p:txBody>
          <a:bodyPr wrap="square" lIns="0" tIns="0" rIns="0" bIns="0" rtlCol="0" anchor="t"/>
          <a:lstStyle/>
          <a:p>
            <a:pPr algn="l" indent="0" marL="0">
              <a:lnSpc>
                <a:spcPts val="2160"/>
              </a:lnSpc>
              <a:buNone/>
            </a:pPr>
            <a:r>
              <a:rPr lang="en-US" sz="1600" dirty="0">
                <a:solidFill>
                  <a:srgbClr val="15233F"/>
                </a:solidFill>
                <a:latin typeface="Arial" pitchFamily="34" charset="0"/>
                <a:ea typeface="Arial" pitchFamily="34" charset="-122"/>
                <a:cs typeface="Arial" pitchFamily="34" charset="-120"/>
              </a:rPr>
              <a:t>We play </a:t>
            </a:r>
            <a:pPr algn="l" indent="0" marL="0">
              <a:lnSpc>
                <a:spcPts val="2160"/>
              </a:lnSpc>
              <a:buNone/>
            </a:pPr>
            <a:r>
              <a:rPr lang="en-US" sz="1600" b="1" dirty="0">
                <a:solidFill>
                  <a:srgbClr val="5E6675"/>
                </a:solidFill>
                <a:latin typeface="Arial" pitchFamily="34" charset="0"/>
                <a:ea typeface="Arial" pitchFamily="34" charset="-122"/>
                <a:cs typeface="Arial" pitchFamily="34" charset="-120"/>
              </a:rPr>
              <a:t>football</a:t>
            </a:r>
            <a:pPr algn="l" indent="0" marL="0">
              <a:lnSpc>
                <a:spcPts val="2160"/>
              </a:lnSpc>
              <a:buNone/>
            </a:pPr>
            <a:r>
              <a:rPr lang="en-US" sz="1600" dirty="0">
                <a:solidFill>
                  <a:srgbClr val="15233F"/>
                </a:solidFill>
                <a:latin typeface="Arial" pitchFamily="34" charset="0"/>
                <a:ea typeface="Arial" pitchFamily="34" charset="-122"/>
                <a:cs typeface="Arial" pitchFamily="34" charset="-120"/>
              </a:rPr>
              <a:t> on Sundays.</a:t>
            </a:r>
            <a:endParaRPr lang="en-US" sz="1600" dirty="0"/>
          </a:p>
        </p:txBody>
      </p:sp>
      <p:sp>
        <p:nvSpPr>
          <p:cNvPr id="12" name="Shape 10"/>
          <p:cNvSpPr/>
          <p:nvPr/>
        </p:nvSpPr>
        <p:spPr>
          <a:xfrm>
            <a:off x="7992496" y="1803288"/>
            <a:ext cx="3386663" cy="1660916"/>
          </a:xfrm>
          <a:prstGeom prst="roundRect">
            <a:avLst>
              <a:gd name="adj" fmla="val 6116"/>
            </a:avLst>
          </a:prstGeom>
          <a:solidFill>
            <a:srgbClr val="FFFDF9"/>
          </a:solidFill>
          <a:ln w="12700">
            <a:solidFill>
              <a:srgbClr val="E6DFD0"/>
            </a:solidFill>
            <a:prstDash val="solid"/>
          </a:ln>
        </p:spPr>
      </p:sp>
      <p:sp>
        <p:nvSpPr>
          <p:cNvPr id="13" name="Text 11"/>
          <p:cNvSpPr txBox="1"/>
          <p:nvPr/>
        </p:nvSpPr>
        <p:spPr>
          <a:xfrm>
            <a:off x="8233806" y="2034449"/>
            <a:ext cx="3000238" cy="274320"/>
          </a:xfrm>
          <a:prstGeom prst="rect">
            <a:avLst/>
          </a:prstGeom>
          <a:noFill/>
          <a:ln/>
        </p:spPr>
        <p:txBody>
          <a:bodyPr wrap="square" lIns="0" tIns="0" rIns="0" bIns="0" rtlCol="0" anchor="t"/>
          <a:lstStyle/>
          <a:p>
            <a:pPr algn="l" indent="0" marL="0">
              <a:lnSpc>
                <a:spcPts val="2080"/>
              </a:lnSpc>
              <a:buNone/>
            </a:pPr>
            <a:r>
              <a:rPr lang="en-US" sz="1600" b="1" dirty="0">
                <a:solidFill>
                  <a:srgbClr val="5E6675"/>
                </a:solidFill>
                <a:latin typeface="Arial" pitchFamily="34" charset="0"/>
                <a:ea typeface="Arial" pitchFamily="34" charset="-122"/>
                <a:cs typeface="Arial" pitchFamily="34" charset="-120"/>
              </a:rPr>
              <a:t>3</a:t>
            </a:r>
            <a:pPr algn="l" indent="0" marL="0">
              <a:lnSpc>
                <a:spcPts val="2080"/>
              </a:lnSpc>
              <a:buNone/>
            </a:pPr>
            <a:r>
              <a:rPr lang="en-US" sz="1600" b="1" dirty="0">
                <a:solidFill>
                  <a:srgbClr val="15233F"/>
                </a:solidFill>
                <a:latin typeface="Arial" pitchFamily="34" charset="0"/>
                <a:ea typeface="Arial" pitchFamily="34" charset="-122"/>
                <a:cs typeface="Arial" pitchFamily="34" charset="-120"/>
              </a:rPr>
              <a:t> Languages, subjects</a:t>
            </a:r>
            <a:endParaRPr lang="en-US" sz="1600" dirty="0"/>
          </a:p>
        </p:txBody>
      </p:sp>
      <p:sp>
        <p:nvSpPr>
          <p:cNvPr id="14" name="Text 12"/>
          <p:cNvSpPr txBox="1"/>
          <p:nvPr/>
        </p:nvSpPr>
        <p:spPr>
          <a:xfrm>
            <a:off x="8233806" y="2369668"/>
            <a:ext cx="3000238" cy="228600"/>
          </a:xfrm>
          <a:prstGeom prst="rect">
            <a:avLst/>
          </a:prstGeom>
          <a:noFill/>
          <a:ln/>
        </p:spPr>
        <p:txBody>
          <a:bodyPr wrap="square" lIns="0" tIns="0" rIns="0" bIns="0" rtlCol="0" anchor="t"/>
          <a:lstStyle/>
          <a:p>
            <a:pPr algn="l" indent="0" marL="0">
              <a:lnSpc>
                <a:spcPts val="1680"/>
              </a:lnSpc>
              <a:buNone/>
            </a:pPr>
            <a:r>
              <a:rPr lang="en-US" sz="1200" dirty="0">
                <a:solidFill>
                  <a:srgbClr val="3F4A5C"/>
                </a:solidFill>
                <a:latin typeface="Arial" pitchFamily="34" charset="0"/>
                <a:ea typeface="Arial" pitchFamily="34" charset="-122"/>
                <a:cs typeface="Arial" pitchFamily="34" charset="-120"/>
              </a:rPr>
              <a:t>English, math, history</a:t>
            </a:r>
            <a:endParaRPr lang="en-US" sz="1200" dirty="0"/>
          </a:p>
        </p:txBody>
      </p:sp>
      <p:sp>
        <p:nvSpPr>
          <p:cNvPr id="15" name="Text 13"/>
          <p:cNvSpPr txBox="1"/>
          <p:nvPr/>
        </p:nvSpPr>
        <p:spPr>
          <a:xfrm>
            <a:off x="8233806" y="2659167"/>
            <a:ext cx="3000238" cy="563728"/>
          </a:xfrm>
          <a:prstGeom prst="rect">
            <a:avLst/>
          </a:prstGeom>
          <a:noFill/>
          <a:ln/>
        </p:spPr>
        <p:txBody>
          <a:bodyPr wrap="square" lIns="0" tIns="0" rIns="0" bIns="0" rtlCol="0" anchor="t"/>
          <a:lstStyle/>
          <a:p>
            <a:pPr algn="l" indent="0" marL="0">
              <a:lnSpc>
                <a:spcPts val="2160"/>
              </a:lnSpc>
              <a:buNone/>
            </a:pPr>
            <a:r>
              <a:rPr lang="en-US" sz="1600" dirty="0">
                <a:solidFill>
                  <a:srgbClr val="15233F"/>
                </a:solidFill>
                <a:latin typeface="Arial" pitchFamily="34" charset="0"/>
                <a:ea typeface="Arial" pitchFamily="34" charset="-122"/>
                <a:cs typeface="Arial" pitchFamily="34" charset="-120"/>
              </a:rPr>
              <a:t>She speaks </a:t>
            </a:r>
            <a:pPr algn="l" indent="0" marL="0">
              <a:lnSpc>
                <a:spcPts val="2160"/>
              </a:lnSpc>
              <a:buNone/>
            </a:pPr>
            <a:r>
              <a:rPr lang="en-US" sz="1600" b="1" dirty="0">
                <a:solidFill>
                  <a:srgbClr val="5E6675"/>
                </a:solidFill>
                <a:latin typeface="Arial" pitchFamily="34" charset="0"/>
                <a:ea typeface="Arial" pitchFamily="34" charset="-122"/>
                <a:cs typeface="Arial" pitchFamily="34" charset="-120"/>
              </a:rPr>
              <a:t>English</a:t>
            </a:r>
            <a:pPr algn="l" indent="0" marL="0">
              <a:lnSpc>
                <a:spcPts val="2160"/>
              </a:lnSpc>
              <a:buNone/>
            </a:pPr>
            <a:r>
              <a:rPr lang="en-US" sz="1600" dirty="0">
                <a:solidFill>
                  <a:srgbClr val="15233F"/>
                </a:solidFill>
                <a:latin typeface="Arial" pitchFamily="34" charset="0"/>
                <a:ea typeface="Arial" pitchFamily="34" charset="-122"/>
                <a:cs typeface="Arial" pitchFamily="34" charset="-120"/>
              </a:rPr>
              <a:t> and </a:t>
            </a:r>
            <a:pPr algn="l" indent="0" marL="0">
              <a:lnSpc>
                <a:spcPts val="2160"/>
              </a:lnSpc>
              <a:buNone/>
            </a:pPr>
            <a:r>
              <a:rPr lang="en-US" sz="1600" b="1" dirty="0">
                <a:solidFill>
                  <a:srgbClr val="5E6675"/>
                </a:solidFill>
                <a:latin typeface="Arial" pitchFamily="34" charset="0"/>
                <a:ea typeface="Arial" pitchFamily="34" charset="-122"/>
                <a:cs typeface="Arial" pitchFamily="34" charset="-120"/>
              </a:rPr>
              <a:t>Uzbek</a:t>
            </a:r>
            <a:pPr algn="l" indent="0" marL="0">
              <a:lnSpc>
                <a:spcPts val="2160"/>
              </a:lnSpc>
              <a:buNone/>
            </a:pPr>
            <a:r>
              <a:rPr lang="en-US" sz="1600" dirty="0">
                <a:solidFill>
                  <a:srgbClr val="15233F"/>
                </a:solidFill>
                <a:latin typeface="Arial" pitchFamily="34" charset="0"/>
                <a:ea typeface="Arial" pitchFamily="34" charset="-122"/>
                <a:cs typeface="Arial" pitchFamily="34" charset="-120"/>
              </a:rPr>
              <a:t>.</a:t>
            </a:r>
            <a:endParaRPr lang="en-US" sz="1600" dirty="0"/>
          </a:p>
        </p:txBody>
      </p:sp>
      <p:sp>
        <p:nvSpPr>
          <p:cNvPr id="16" name="Shape 14"/>
          <p:cNvSpPr/>
          <p:nvPr/>
        </p:nvSpPr>
        <p:spPr>
          <a:xfrm>
            <a:off x="812810" y="3667384"/>
            <a:ext cx="3386663" cy="1386688"/>
          </a:xfrm>
          <a:prstGeom prst="roundRect">
            <a:avLst>
              <a:gd name="adj" fmla="val 7326"/>
            </a:avLst>
          </a:prstGeom>
          <a:solidFill>
            <a:srgbClr val="FFFDF9"/>
          </a:solidFill>
          <a:ln w="12700">
            <a:solidFill>
              <a:srgbClr val="E6DFD0"/>
            </a:solidFill>
            <a:prstDash val="solid"/>
          </a:ln>
        </p:spPr>
      </p:sp>
      <p:sp>
        <p:nvSpPr>
          <p:cNvPr id="17" name="Text 15"/>
          <p:cNvSpPr txBox="1"/>
          <p:nvPr/>
        </p:nvSpPr>
        <p:spPr>
          <a:xfrm>
            <a:off x="1054120" y="3898544"/>
            <a:ext cx="3000238" cy="274320"/>
          </a:xfrm>
          <a:prstGeom prst="rect">
            <a:avLst/>
          </a:prstGeom>
          <a:noFill/>
          <a:ln/>
        </p:spPr>
        <p:txBody>
          <a:bodyPr wrap="square" lIns="0" tIns="0" rIns="0" bIns="0" rtlCol="0" anchor="t"/>
          <a:lstStyle/>
          <a:p>
            <a:pPr algn="l" indent="0" marL="0">
              <a:lnSpc>
                <a:spcPts val="2080"/>
              </a:lnSpc>
              <a:buNone/>
            </a:pPr>
            <a:r>
              <a:rPr lang="en-US" sz="1600" b="1" dirty="0">
                <a:solidFill>
                  <a:srgbClr val="5E6675"/>
                </a:solidFill>
                <a:latin typeface="Arial" pitchFamily="34" charset="0"/>
                <a:ea typeface="Arial" pitchFamily="34" charset="-122"/>
                <a:cs typeface="Arial" pitchFamily="34" charset="-120"/>
              </a:rPr>
              <a:t>4</a:t>
            </a:r>
            <a:pPr algn="l" indent="0" marL="0">
              <a:lnSpc>
                <a:spcPts val="2080"/>
              </a:lnSpc>
              <a:buNone/>
            </a:pPr>
            <a:r>
              <a:rPr lang="en-US" sz="1600" b="1" dirty="0">
                <a:solidFill>
                  <a:srgbClr val="15233F"/>
                </a:solidFill>
                <a:latin typeface="Arial" pitchFamily="34" charset="0"/>
                <a:ea typeface="Arial" pitchFamily="34" charset="-122"/>
                <a:cs typeface="Arial" pitchFamily="34" charset="-120"/>
              </a:rPr>
              <a:t> Days and months</a:t>
            </a:r>
            <a:endParaRPr lang="en-US" sz="1600" dirty="0"/>
          </a:p>
        </p:txBody>
      </p:sp>
      <p:sp>
        <p:nvSpPr>
          <p:cNvPr id="18" name="Text 16"/>
          <p:cNvSpPr txBox="1"/>
          <p:nvPr/>
        </p:nvSpPr>
        <p:spPr>
          <a:xfrm>
            <a:off x="1054120" y="4233763"/>
            <a:ext cx="3000238" cy="228600"/>
          </a:xfrm>
          <a:prstGeom prst="rect">
            <a:avLst/>
          </a:prstGeom>
          <a:noFill/>
          <a:ln/>
        </p:spPr>
        <p:txBody>
          <a:bodyPr wrap="square" lIns="0" tIns="0" rIns="0" bIns="0" rtlCol="0" anchor="t"/>
          <a:lstStyle/>
          <a:p>
            <a:pPr algn="l" indent="0" marL="0">
              <a:lnSpc>
                <a:spcPts val="1680"/>
              </a:lnSpc>
              <a:buNone/>
            </a:pPr>
            <a:r>
              <a:rPr lang="en-US" sz="1200" dirty="0">
                <a:solidFill>
                  <a:srgbClr val="3F4A5C"/>
                </a:solidFill>
                <a:latin typeface="Arial" pitchFamily="34" charset="0"/>
                <a:ea typeface="Arial" pitchFamily="34" charset="-122"/>
                <a:cs typeface="Arial" pitchFamily="34" charset="-120"/>
              </a:rPr>
              <a:t>Monday, July, 2026</a:t>
            </a:r>
            <a:endParaRPr lang="en-US" sz="1200" dirty="0"/>
          </a:p>
        </p:txBody>
      </p:sp>
      <p:sp>
        <p:nvSpPr>
          <p:cNvPr id="19" name="Text 17"/>
          <p:cNvSpPr txBox="1"/>
          <p:nvPr/>
        </p:nvSpPr>
        <p:spPr>
          <a:xfrm>
            <a:off x="1054120" y="4523354"/>
            <a:ext cx="3000238" cy="289499"/>
          </a:xfrm>
          <a:prstGeom prst="rect">
            <a:avLst/>
          </a:prstGeom>
          <a:noFill/>
          <a:ln/>
        </p:spPr>
        <p:txBody>
          <a:bodyPr wrap="square" lIns="0" tIns="0" rIns="0" bIns="0" rtlCol="0" anchor="t"/>
          <a:lstStyle/>
          <a:p>
            <a:pPr algn="l" indent="0" marL="0">
              <a:lnSpc>
                <a:spcPts val="2160"/>
              </a:lnSpc>
              <a:buNone/>
            </a:pPr>
            <a:r>
              <a:rPr lang="en-US" sz="1600" dirty="0">
                <a:solidFill>
                  <a:srgbClr val="15233F"/>
                </a:solidFill>
                <a:latin typeface="Arial" pitchFamily="34" charset="0"/>
                <a:ea typeface="Arial" pitchFamily="34" charset="-122"/>
                <a:cs typeface="Arial" pitchFamily="34" charset="-120"/>
              </a:rPr>
              <a:t>See you on </a:t>
            </a:r>
            <a:pPr algn="l" indent="0" marL="0">
              <a:lnSpc>
                <a:spcPts val="2160"/>
              </a:lnSpc>
              <a:buNone/>
            </a:pPr>
            <a:r>
              <a:rPr lang="en-US" sz="1600" b="1" dirty="0">
                <a:solidFill>
                  <a:srgbClr val="5E6675"/>
                </a:solidFill>
                <a:latin typeface="Arial" pitchFamily="34" charset="0"/>
                <a:ea typeface="Arial" pitchFamily="34" charset="-122"/>
                <a:cs typeface="Arial" pitchFamily="34" charset="-120"/>
              </a:rPr>
              <a:t>Monday</a:t>
            </a:r>
            <a:pPr algn="l" indent="0" marL="0">
              <a:lnSpc>
                <a:spcPts val="2160"/>
              </a:lnSpc>
              <a:buNone/>
            </a:pPr>
            <a:r>
              <a:rPr lang="en-US" sz="1600" dirty="0">
                <a:solidFill>
                  <a:srgbClr val="15233F"/>
                </a:solidFill>
                <a:latin typeface="Arial" pitchFamily="34" charset="0"/>
                <a:ea typeface="Arial" pitchFamily="34" charset="-122"/>
                <a:cs typeface="Arial" pitchFamily="34" charset="-120"/>
              </a:rPr>
              <a:t>.</a:t>
            </a:r>
            <a:endParaRPr lang="en-US" sz="1600" dirty="0"/>
          </a:p>
        </p:txBody>
      </p:sp>
      <p:sp>
        <p:nvSpPr>
          <p:cNvPr id="20" name="Shape 18"/>
          <p:cNvSpPr/>
          <p:nvPr/>
        </p:nvSpPr>
        <p:spPr>
          <a:xfrm>
            <a:off x="4402653" y="3667384"/>
            <a:ext cx="3386663" cy="1386688"/>
          </a:xfrm>
          <a:prstGeom prst="roundRect">
            <a:avLst>
              <a:gd name="adj" fmla="val 7326"/>
            </a:avLst>
          </a:prstGeom>
          <a:solidFill>
            <a:srgbClr val="FFFDF9"/>
          </a:solidFill>
          <a:ln w="12700">
            <a:solidFill>
              <a:srgbClr val="E6DFD0"/>
            </a:solidFill>
            <a:prstDash val="solid"/>
          </a:ln>
        </p:spPr>
      </p:sp>
      <p:sp>
        <p:nvSpPr>
          <p:cNvPr id="21" name="Text 19"/>
          <p:cNvSpPr txBox="1"/>
          <p:nvPr/>
        </p:nvSpPr>
        <p:spPr>
          <a:xfrm>
            <a:off x="4643963" y="3898544"/>
            <a:ext cx="3000238" cy="274320"/>
          </a:xfrm>
          <a:prstGeom prst="rect">
            <a:avLst/>
          </a:prstGeom>
          <a:noFill/>
          <a:ln/>
        </p:spPr>
        <p:txBody>
          <a:bodyPr wrap="square" lIns="0" tIns="0" rIns="0" bIns="0" rtlCol="0" anchor="t"/>
          <a:lstStyle/>
          <a:p>
            <a:pPr algn="l" indent="0" marL="0">
              <a:lnSpc>
                <a:spcPts val="2080"/>
              </a:lnSpc>
              <a:buNone/>
            </a:pPr>
            <a:r>
              <a:rPr lang="en-US" sz="1600" b="1" dirty="0">
                <a:solidFill>
                  <a:srgbClr val="5E6675"/>
                </a:solidFill>
                <a:latin typeface="Arial" pitchFamily="34" charset="0"/>
                <a:ea typeface="Arial" pitchFamily="34" charset="-122"/>
                <a:cs typeface="Arial" pitchFamily="34" charset="-120"/>
              </a:rPr>
              <a:t>5</a:t>
            </a:r>
            <a:pPr algn="l" indent="0" marL="0">
              <a:lnSpc>
                <a:spcPts val="2080"/>
              </a:lnSpc>
              <a:buNone/>
            </a:pPr>
            <a:r>
              <a:rPr lang="en-US" sz="1600" b="1" dirty="0">
                <a:solidFill>
                  <a:srgbClr val="15233F"/>
                </a:solidFill>
                <a:latin typeface="Arial" pitchFamily="34" charset="0"/>
                <a:ea typeface="Arial" pitchFamily="34" charset="-122"/>
                <a:cs typeface="Arial" pitchFamily="34" charset="-120"/>
              </a:rPr>
              <a:t> Names</a:t>
            </a:r>
            <a:endParaRPr lang="en-US" sz="1600" dirty="0"/>
          </a:p>
        </p:txBody>
      </p:sp>
      <p:sp>
        <p:nvSpPr>
          <p:cNvPr id="22" name="Text 20"/>
          <p:cNvSpPr txBox="1"/>
          <p:nvPr/>
        </p:nvSpPr>
        <p:spPr>
          <a:xfrm>
            <a:off x="4643963" y="4233763"/>
            <a:ext cx="3000238" cy="228600"/>
          </a:xfrm>
          <a:prstGeom prst="rect">
            <a:avLst/>
          </a:prstGeom>
          <a:noFill/>
          <a:ln/>
        </p:spPr>
        <p:txBody>
          <a:bodyPr wrap="square" lIns="0" tIns="0" rIns="0" bIns="0" rtlCol="0" anchor="t"/>
          <a:lstStyle/>
          <a:p>
            <a:pPr algn="l" indent="0" marL="0">
              <a:lnSpc>
                <a:spcPts val="1680"/>
              </a:lnSpc>
              <a:buNone/>
            </a:pPr>
            <a:r>
              <a:rPr lang="en-US" sz="1200" dirty="0">
                <a:solidFill>
                  <a:srgbClr val="3F4A5C"/>
                </a:solidFill>
                <a:latin typeface="Arial" pitchFamily="34" charset="0"/>
                <a:ea typeface="Arial" pitchFamily="34" charset="-122"/>
                <a:cs typeface="Arial" pitchFamily="34" charset="-120"/>
              </a:rPr>
              <a:t>people, cities, most countries</a:t>
            </a:r>
            <a:endParaRPr lang="en-US" sz="1200" dirty="0"/>
          </a:p>
        </p:txBody>
      </p:sp>
      <p:sp>
        <p:nvSpPr>
          <p:cNvPr id="23" name="Text 21"/>
          <p:cNvSpPr txBox="1"/>
          <p:nvPr/>
        </p:nvSpPr>
        <p:spPr>
          <a:xfrm>
            <a:off x="4643963" y="4523354"/>
            <a:ext cx="3000238" cy="289499"/>
          </a:xfrm>
          <a:prstGeom prst="rect">
            <a:avLst/>
          </a:prstGeom>
          <a:noFill/>
          <a:ln/>
        </p:spPr>
        <p:txBody>
          <a:bodyPr wrap="square" lIns="0" tIns="0" rIns="0" bIns="0" rtlCol="0" anchor="t"/>
          <a:lstStyle/>
          <a:p>
            <a:pPr algn="l" indent="0" marL="0">
              <a:lnSpc>
                <a:spcPts val="2160"/>
              </a:lnSpc>
              <a:buNone/>
            </a:pPr>
            <a:r>
              <a:rPr lang="en-US" sz="1600" b="1" dirty="0">
                <a:solidFill>
                  <a:srgbClr val="5E6675"/>
                </a:solidFill>
                <a:latin typeface="Arial" pitchFamily="34" charset="0"/>
                <a:ea typeface="Arial" pitchFamily="34" charset="-122"/>
                <a:cs typeface="Arial" pitchFamily="34" charset="-120"/>
              </a:rPr>
              <a:t>Anna</a:t>
            </a:r>
            <a:pPr algn="l" indent="0" marL="0">
              <a:lnSpc>
                <a:spcPts val="2160"/>
              </a:lnSpc>
              <a:buNone/>
            </a:pPr>
            <a:r>
              <a:rPr lang="en-US" sz="1600" dirty="0">
                <a:solidFill>
                  <a:srgbClr val="15233F"/>
                </a:solidFill>
                <a:latin typeface="Arial" pitchFamily="34" charset="0"/>
                <a:ea typeface="Arial" pitchFamily="34" charset="-122"/>
                <a:cs typeface="Arial" pitchFamily="34" charset="-120"/>
              </a:rPr>
              <a:t> lives in </a:t>
            </a:r>
            <a:pPr algn="l" indent="0" marL="0">
              <a:lnSpc>
                <a:spcPts val="2160"/>
              </a:lnSpc>
              <a:buNone/>
            </a:pPr>
            <a:r>
              <a:rPr lang="en-US" sz="1600" b="1" dirty="0">
                <a:solidFill>
                  <a:srgbClr val="5E6675"/>
                </a:solidFill>
                <a:latin typeface="Arial" pitchFamily="34" charset="0"/>
                <a:ea typeface="Arial" pitchFamily="34" charset="-122"/>
                <a:cs typeface="Arial" pitchFamily="34" charset="-120"/>
              </a:rPr>
              <a:t>Tashkent</a:t>
            </a:r>
            <a:pPr algn="l" indent="0" marL="0">
              <a:lnSpc>
                <a:spcPts val="2160"/>
              </a:lnSpc>
              <a:buNone/>
            </a:pPr>
            <a:r>
              <a:rPr lang="en-US" sz="1600" dirty="0">
                <a:solidFill>
                  <a:srgbClr val="15233F"/>
                </a:solidFill>
                <a:latin typeface="Arial" pitchFamily="34" charset="0"/>
                <a:ea typeface="Arial" pitchFamily="34" charset="-122"/>
                <a:cs typeface="Arial" pitchFamily="34" charset="-120"/>
              </a:rPr>
              <a:t>.</a:t>
            </a:r>
            <a:endParaRPr lang="en-US" sz="1600" dirty="0"/>
          </a:p>
        </p:txBody>
      </p:sp>
      <p:sp>
        <p:nvSpPr>
          <p:cNvPr id="24" name="Shape 22"/>
          <p:cNvSpPr/>
          <p:nvPr/>
        </p:nvSpPr>
        <p:spPr>
          <a:xfrm>
            <a:off x="7992496" y="3667384"/>
            <a:ext cx="3386663" cy="1386688"/>
          </a:xfrm>
          <a:prstGeom prst="roundRect">
            <a:avLst>
              <a:gd name="adj" fmla="val 7326"/>
            </a:avLst>
          </a:prstGeom>
          <a:solidFill>
            <a:srgbClr val="FFFDF9"/>
          </a:solidFill>
          <a:ln w="12700">
            <a:solidFill>
              <a:srgbClr val="E6DFD0"/>
            </a:solidFill>
            <a:prstDash val="solid"/>
          </a:ln>
        </p:spPr>
      </p:sp>
      <p:sp>
        <p:nvSpPr>
          <p:cNvPr id="25" name="Text 23"/>
          <p:cNvSpPr txBox="1"/>
          <p:nvPr/>
        </p:nvSpPr>
        <p:spPr>
          <a:xfrm>
            <a:off x="8233806" y="3898544"/>
            <a:ext cx="3000238" cy="274320"/>
          </a:xfrm>
          <a:prstGeom prst="rect">
            <a:avLst/>
          </a:prstGeom>
          <a:noFill/>
          <a:ln/>
        </p:spPr>
        <p:txBody>
          <a:bodyPr wrap="square" lIns="0" tIns="0" rIns="0" bIns="0" rtlCol="0" anchor="t"/>
          <a:lstStyle/>
          <a:p>
            <a:pPr algn="l" indent="0" marL="0">
              <a:lnSpc>
                <a:spcPts val="2080"/>
              </a:lnSpc>
              <a:buNone/>
            </a:pPr>
            <a:r>
              <a:rPr lang="en-US" sz="1600" b="1" dirty="0">
                <a:solidFill>
                  <a:srgbClr val="5E6675"/>
                </a:solidFill>
                <a:latin typeface="Arial" pitchFamily="34" charset="0"/>
                <a:ea typeface="Arial" pitchFamily="34" charset="-122"/>
                <a:cs typeface="Arial" pitchFamily="34" charset="-120"/>
              </a:rPr>
              <a:t>6</a:t>
            </a:r>
            <a:pPr algn="l" indent="0" marL="0">
              <a:lnSpc>
                <a:spcPts val="2080"/>
              </a:lnSpc>
              <a:buNone/>
            </a:pPr>
            <a:r>
              <a:rPr lang="en-US" sz="1600" b="1" dirty="0">
                <a:solidFill>
                  <a:srgbClr val="15233F"/>
                </a:solidFill>
                <a:latin typeface="Arial" pitchFamily="34" charset="0"/>
                <a:ea typeface="Arial" pitchFamily="34" charset="-122"/>
                <a:cs typeface="Arial" pitchFamily="34" charset="-120"/>
              </a:rPr>
              <a:t> “by” + transport</a:t>
            </a:r>
            <a:endParaRPr lang="en-US" sz="1600" dirty="0"/>
          </a:p>
        </p:txBody>
      </p:sp>
      <p:sp>
        <p:nvSpPr>
          <p:cNvPr id="26" name="Text 24"/>
          <p:cNvSpPr txBox="1"/>
          <p:nvPr/>
        </p:nvSpPr>
        <p:spPr>
          <a:xfrm>
            <a:off x="8233806" y="4233763"/>
            <a:ext cx="3000238" cy="228600"/>
          </a:xfrm>
          <a:prstGeom prst="rect">
            <a:avLst/>
          </a:prstGeom>
          <a:noFill/>
          <a:ln/>
        </p:spPr>
        <p:txBody>
          <a:bodyPr wrap="square" lIns="0" tIns="0" rIns="0" bIns="0" rtlCol="0" anchor="t"/>
          <a:lstStyle/>
          <a:p>
            <a:pPr algn="l" indent="0" marL="0">
              <a:lnSpc>
                <a:spcPts val="1680"/>
              </a:lnSpc>
              <a:buNone/>
            </a:pPr>
            <a:r>
              <a:rPr lang="en-US" sz="1200" dirty="0">
                <a:solidFill>
                  <a:srgbClr val="3F4A5C"/>
                </a:solidFill>
                <a:latin typeface="Arial" pitchFamily="34" charset="0"/>
                <a:ea typeface="Arial" pitchFamily="34" charset="-122"/>
                <a:cs typeface="Arial" pitchFamily="34" charset="-120"/>
              </a:rPr>
              <a:t>bus, car, train, plane</a:t>
            </a:r>
            <a:endParaRPr lang="en-US" sz="1200" dirty="0"/>
          </a:p>
        </p:txBody>
      </p:sp>
      <p:sp>
        <p:nvSpPr>
          <p:cNvPr id="27" name="Text 25"/>
          <p:cNvSpPr txBox="1"/>
          <p:nvPr/>
        </p:nvSpPr>
        <p:spPr>
          <a:xfrm>
            <a:off x="8233806" y="4523354"/>
            <a:ext cx="3000238" cy="289499"/>
          </a:xfrm>
          <a:prstGeom prst="rect">
            <a:avLst/>
          </a:prstGeom>
          <a:noFill/>
          <a:ln/>
        </p:spPr>
        <p:txBody>
          <a:bodyPr wrap="square" lIns="0" tIns="0" rIns="0" bIns="0" rtlCol="0" anchor="t"/>
          <a:lstStyle/>
          <a:p>
            <a:pPr algn="l" indent="0" marL="0">
              <a:lnSpc>
                <a:spcPts val="2160"/>
              </a:lnSpc>
              <a:buNone/>
            </a:pPr>
            <a:r>
              <a:rPr lang="en-US" sz="1600" dirty="0">
                <a:solidFill>
                  <a:srgbClr val="15233F"/>
                </a:solidFill>
                <a:latin typeface="Arial" pitchFamily="34" charset="0"/>
                <a:ea typeface="Arial" pitchFamily="34" charset="-122"/>
                <a:cs typeface="Arial" pitchFamily="34" charset="-120"/>
              </a:rPr>
              <a:t>I go to work by </a:t>
            </a:r>
            <a:pPr algn="l" indent="0" marL="0">
              <a:lnSpc>
                <a:spcPts val="2160"/>
              </a:lnSpc>
              <a:buNone/>
            </a:pPr>
            <a:r>
              <a:rPr lang="en-US" sz="1600" b="1" dirty="0">
                <a:solidFill>
                  <a:srgbClr val="5E6675"/>
                </a:solidFill>
                <a:latin typeface="Arial" pitchFamily="34" charset="0"/>
                <a:ea typeface="Arial" pitchFamily="34" charset="-122"/>
                <a:cs typeface="Arial" pitchFamily="34" charset="-120"/>
              </a:rPr>
              <a:t>bus</a:t>
            </a:r>
            <a:pPr algn="l" indent="0" marL="0">
              <a:lnSpc>
                <a:spcPts val="2160"/>
              </a:lnSpc>
              <a:buNone/>
            </a:pPr>
            <a:r>
              <a:rPr lang="en-US" sz="1600" dirty="0">
                <a:solidFill>
                  <a:srgbClr val="15233F"/>
                </a:solidFill>
                <a:latin typeface="Arial" pitchFamily="34" charset="0"/>
                <a:ea typeface="Arial" pitchFamily="34" charset="-122"/>
                <a:cs typeface="Arial" pitchFamily="34" charset="-120"/>
              </a:rPr>
              <a:t>.</a:t>
            </a:r>
            <a:endParaRPr lang="en-US" sz="1600" dirty="0"/>
          </a:p>
        </p:txBody>
      </p:sp>
      <p:sp>
        <p:nvSpPr>
          <p:cNvPr id="28" name="Text 26"/>
          <p:cNvSpPr txBox="1"/>
          <p:nvPr/>
        </p:nvSpPr>
        <p:spPr>
          <a:xfrm>
            <a:off x="812810" y="6223041"/>
            <a:ext cx="7810530" cy="228600"/>
          </a:xfrm>
          <a:prstGeom prst="rect">
            <a:avLst/>
          </a:prstGeom>
          <a:noFill/>
          <a:ln/>
        </p:spPr>
        <p:txBody>
          <a:bodyPr wrap="square" lIns="0" tIns="0" rIns="0" bIns="0" rtlCol="0" anchor="t"/>
          <a:lstStyle/>
          <a:p>
            <a:pPr algn="l" indent="0" marL="0">
              <a:lnSpc>
                <a:spcPts val="1680"/>
              </a:lnSpc>
              <a:buNone/>
            </a:pPr>
            <a:r>
              <a:rPr lang="en-US" sz="1200" dirty="0">
                <a:solidFill>
                  <a:srgbClr val="636B78"/>
                </a:solidFill>
                <a:latin typeface="Arial" pitchFamily="34" charset="0"/>
                <a:ea typeface="Arial" pitchFamily="34" charset="-122"/>
                <a:cs typeface="Arial" pitchFamily="34" charset="-120"/>
              </a:rPr>
              <a:t>English Articles · A, An &amp; The</a:t>
            </a:r>
            <a:endParaRPr lang="en-US" sz="1200" dirty="0"/>
          </a:p>
        </p:txBody>
      </p:sp>
      <p:sp>
        <p:nvSpPr>
          <p:cNvPr id="29" name="Text 27"/>
          <p:cNvSpPr txBox="1"/>
          <p:nvPr/>
        </p:nvSpPr>
        <p:spPr>
          <a:xfrm>
            <a:off x="10045690" y="6223041"/>
            <a:ext cx="1333470" cy="228600"/>
          </a:xfrm>
          <a:prstGeom prst="rect">
            <a:avLst/>
          </a:prstGeom>
          <a:noFill/>
          <a:ln/>
        </p:spPr>
        <p:txBody>
          <a:bodyPr wrap="square" lIns="0" tIns="0" rIns="0" bIns="0" rtlCol="0" anchor="t"/>
          <a:lstStyle/>
          <a:p>
            <a:pPr algn="r" indent="0" marL="0">
              <a:lnSpc>
                <a:spcPts val="1680"/>
              </a:lnSpc>
              <a:buNone/>
            </a:pPr>
            <a:r>
              <a:rPr lang="en-US" sz="1200" dirty="0">
                <a:solidFill>
                  <a:srgbClr val="636B78"/>
                </a:solidFill>
                <a:latin typeface="Arial" pitchFamily="34" charset="0"/>
                <a:ea typeface="Arial" pitchFamily="34" charset="-122"/>
                <a:cs typeface="Arial" pitchFamily="34" charset="-120"/>
              </a:rPr>
              <a:t>14</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7F0"/>
        </a:solidFill>
      </p:bgPr>
    </p:bg>
    <p:spTree>
      <p:nvGrpSpPr>
        <p:cNvPr id="1" name=""/>
        <p:cNvGrpSpPr/>
        <p:nvPr/>
      </p:nvGrpSpPr>
      <p:grpSpPr>
        <a:xfrm>
          <a:off x="0" y="0"/>
          <a:ext cx="0" cy="0"/>
          <a:chOff x="0" y="0"/>
          <a:chExt cx="0" cy="0"/>
        </a:xfrm>
      </p:grpSpPr>
      <p:sp>
        <p:nvSpPr>
          <p:cNvPr id="2" name="Text 0"/>
          <p:cNvSpPr txBox="1"/>
          <p:nvPr/>
        </p:nvSpPr>
        <p:spPr>
          <a:xfrm>
            <a:off x="812810" y="797540"/>
            <a:ext cx="10815798" cy="228600"/>
          </a:xfrm>
          <a:prstGeom prst="rect">
            <a:avLst/>
          </a:prstGeom>
          <a:noFill/>
          <a:ln/>
        </p:spPr>
        <p:txBody>
          <a:bodyPr wrap="square" lIns="0" tIns="0" rIns="0" bIns="0" rtlCol="0" anchor="t"/>
          <a:lstStyle/>
          <a:p>
            <a:pPr algn="l" indent="0" marL="0">
              <a:lnSpc>
                <a:spcPts val="1680"/>
              </a:lnSpc>
              <a:buNone/>
            </a:pPr>
            <a:r>
              <a:rPr lang="en-US" sz="1200" b="1" spc="150" kern="0" dirty="0">
                <a:solidFill>
                  <a:srgbClr val="636B78"/>
                </a:solidFill>
                <a:latin typeface="Arial" pitchFamily="34" charset="0"/>
                <a:ea typeface="Arial" pitchFamily="34" charset="-122"/>
                <a:cs typeface="Arial" pitchFamily="34" charset="-120"/>
              </a:rPr>
              <a:t>05 · NO ARTICLE (Ø)</a:t>
            </a:r>
            <a:endParaRPr lang="en-US" sz="1200" dirty="0"/>
          </a:p>
        </p:txBody>
      </p:sp>
      <p:sp>
        <p:nvSpPr>
          <p:cNvPr id="3" name="Text 1"/>
          <p:cNvSpPr txBox="1"/>
          <p:nvPr/>
        </p:nvSpPr>
        <p:spPr>
          <a:xfrm>
            <a:off x="812810" y="1102309"/>
            <a:ext cx="10815798" cy="446959"/>
          </a:xfrm>
          <a:prstGeom prst="rect">
            <a:avLst/>
          </a:prstGeom>
          <a:noFill/>
          <a:ln/>
        </p:spPr>
        <p:txBody>
          <a:bodyPr wrap="square" lIns="0" tIns="0" rIns="0" bIns="0" rtlCol="0" anchor="t"/>
          <a:lstStyle/>
          <a:p>
            <a:pPr algn="l" indent="0" marL="0">
              <a:lnSpc>
                <a:spcPts val="3520"/>
              </a:lnSpc>
              <a:buNone/>
            </a:pPr>
            <a:r>
              <a:rPr lang="en-US" sz="3200" b="1" dirty="0">
                <a:solidFill>
                  <a:srgbClr val="15233F"/>
                </a:solidFill>
                <a:latin typeface="Arial" pitchFamily="34" charset="0"/>
                <a:ea typeface="Arial" pitchFamily="34" charset="-122"/>
                <a:cs typeface="Arial" pitchFamily="34" charset="-120"/>
              </a:rPr>
              <a:t>“Go to school” or “go to the school”?</a:t>
            </a:r>
            <a:endParaRPr lang="en-US" sz="3200" dirty="0"/>
          </a:p>
        </p:txBody>
      </p:sp>
      <p:sp>
        <p:nvSpPr>
          <p:cNvPr id="4" name="Text 2"/>
          <p:cNvSpPr txBox="1"/>
          <p:nvPr/>
        </p:nvSpPr>
        <p:spPr>
          <a:xfrm>
            <a:off x="812810" y="1788018"/>
            <a:ext cx="5362224" cy="228600"/>
          </a:xfrm>
          <a:prstGeom prst="rect">
            <a:avLst/>
          </a:prstGeom>
          <a:noFill/>
          <a:ln/>
        </p:spPr>
        <p:txBody>
          <a:bodyPr wrap="square" lIns="0" tIns="0" rIns="0" bIns="0" rtlCol="0" anchor="t"/>
          <a:lstStyle/>
          <a:p>
            <a:pPr algn="l" indent="0" marL="0">
              <a:lnSpc>
                <a:spcPts val="1680"/>
              </a:lnSpc>
              <a:buNone/>
            </a:pPr>
            <a:r>
              <a:rPr lang="en-US" sz="1200" b="1" spc="100" kern="0" dirty="0">
                <a:solidFill>
                  <a:srgbClr val="5E6675"/>
                </a:solidFill>
                <a:latin typeface="Arial" pitchFamily="34" charset="0"/>
                <a:ea typeface="Arial" pitchFamily="34" charset="-122"/>
                <a:cs typeface="Arial" pitchFamily="34" charset="-120"/>
              </a:rPr>
              <a:t>NO ARTICLE → THE MAIN PURPOSE</a:t>
            </a:r>
            <a:endParaRPr lang="en-US" sz="1200" dirty="0"/>
          </a:p>
        </p:txBody>
      </p:sp>
      <p:sp>
        <p:nvSpPr>
          <p:cNvPr id="5" name="Text 3"/>
          <p:cNvSpPr txBox="1"/>
          <p:nvPr/>
        </p:nvSpPr>
        <p:spPr>
          <a:xfrm>
            <a:off x="6159490" y="1788018"/>
            <a:ext cx="5362224" cy="228600"/>
          </a:xfrm>
          <a:prstGeom prst="rect">
            <a:avLst/>
          </a:prstGeom>
          <a:noFill/>
          <a:ln/>
        </p:spPr>
        <p:txBody>
          <a:bodyPr wrap="square" lIns="0" tIns="0" rIns="0" bIns="0" rtlCol="0" anchor="t"/>
          <a:lstStyle/>
          <a:p>
            <a:pPr algn="l" indent="0" marL="0">
              <a:lnSpc>
                <a:spcPts val="1680"/>
              </a:lnSpc>
              <a:buNone/>
            </a:pPr>
            <a:r>
              <a:rPr lang="en-US" sz="1200" b="1" spc="100" kern="0" dirty="0">
                <a:solidFill>
                  <a:srgbClr val="A2470F"/>
                </a:solidFill>
                <a:latin typeface="Arial" pitchFamily="34" charset="0"/>
                <a:ea typeface="Arial" pitchFamily="34" charset="-122"/>
                <a:cs typeface="Arial" pitchFamily="34" charset="-120"/>
              </a:rPr>
              <a:t>THE → THE BUILDING OR THE OBJECT</a:t>
            </a:r>
            <a:endParaRPr lang="en-US" sz="1200" dirty="0"/>
          </a:p>
        </p:txBody>
      </p:sp>
      <p:sp>
        <p:nvSpPr>
          <p:cNvPr id="6" name="Shape 4"/>
          <p:cNvSpPr/>
          <p:nvPr/>
        </p:nvSpPr>
        <p:spPr>
          <a:xfrm>
            <a:off x="812810" y="2143628"/>
            <a:ext cx="5219670" cy="578998"/>
          </a:xfrm>
          <a:prstGeom prst="roundRect">
            <a:avLst>
              <a:gd name="adj" fmla="val 15351"/>
            </a:avLst>
          </a:prstGeom>
          <a:solidFill>
            <a:srgbClr val="ECEAE6"/>
          </a:solidFill>
          <a:ln/>
        </p:spPr>
      </p:sp>
      <p:sp>
        <p:nvSpPr>
          <p:cNvPr id="7" name="Text 5"/>
          <p:cNvSpPr txBox="1"/>
          <p:nvPr/>
        </p:nvSpPr>
        <p:spPr>
          <a:xfrm>
            <a:off x="1015990" y="2280788"/>
            <a:ext cx="4947636" cy="289499"/>
          </a:xfrm>
          <a:prstGeom prst="rect">
            <a:avLst/>
          </a:prstGeom>
          <a:noFill/>
          <a:ln/>
        </p:spPr>
        <p:txBody>
          <a:bodyPr wrap="square" lIns="0" tIns="0" rIns="0" bIns="0" rtlCol="0" anchor="t"/>
          <a:lstStyle/>
          <a:p>
            <a:pPr algn="l" indent="0" marL="0">
              <a:lnSpc>
                <a:spcPts val="2160"/>
              </a:lnSpc>
              <a:buNone/>
            </a:pPr>
            <a:r>
              <a:rPr lang="en-US" sz="1600" dirty="0">
                <a:solidFill>
                  <a:srgbClr val="15233F"/>
                </a:solidFill>
                <a:latin typeface="Arial" pitchFamily="34" charset="0"/>
                <a:ea typeface="Arial" pitchFamily="34" charset="-122"/>
                <a:cs typeface="Arial" pitchFamily="34" charset="-120"/>
              </a:rPr>
              <a:t>I go to </a:t>
            </a:r>
            <a:pPr algn="l" indent="0" marL="0">
              <a:lnSpc>
                <a:spcPts val="2160"/>
              </a:lnSpc>
              <a:buNone/>
            </a:pPr>
            <a:r>
              <a:rPr lang="en-US" sz="1600" b="1" dirty="0">
                <a:solidFill>
                  <a:srgbClr val="5E6675"/>
                </a:solidFill>
                <a:latin typeface="Arial" pitchFamily="34" charset="0"/>
                <a:ea typeface="Arial" pitchFamily="34" charset="-122"/>
                <a:cs typeface="Arial" pitchFamily="34" charset="-120"/>
              </a:rPr>
              <a:t>school</a:t>
            </a:r>
            <a:pPr algn="l" indent="0" marL="0">
              <a:lnSpc>
                <a:spcPts val="2160"/>
              </a:lnSpc>
              <a:buNone/>
            </a:pPr>
            <a:r>
              <a:rPr lang="en-US" sz="1600" dirty="0">
                <a:solidFill>
                  <a:srgbClr val="15233F"/>
                </a:solidFill>
                <a:latin typeface="Arial" pitchFamily="34" charset="0"/>
                <a:ea typeface="Arial" pitchFamily="34" charset="-122"/>
                <a:cs typeface="Arial" pitchFamily="34" charset="-120"/>
              </a:rPr>
              <a:t> every day. (I study there.)</a:t>
            </a:r>
            <a:endParaRPr lang="en-US" sz="1600" dirty="0"/>
          </a:p>
        </p:txBody>
      </p:sp>
      <p:sp>
        <p:nvSpPr>
          <p:cNvPr id="8" name="Shape 6"/>
          <p:cNvSpPr/>
          <p:nvPr/>
        </p:nvSpPr>
        <p:spPr>
          <a:xfrm>
            <a:off x="6159490" y="2143628"/>
            <a:ext cx="5219670" cy="578998"/>
          </a:xfrm>
          <a:prstGeom prst="roundRect">
            <a:avLst>
              <a:gd name="adj" fmla="val 15351"/>
            </a:avLst>
          </a:prstGeom>
          <a:solidFill>
            <a:srgbClr val="FBE8DA"/>
          </a:solidFill>
          <a:ln/>
        </p:spPr>
      </p:sp>
      <p:sp>
        <p:nvSpPr>
          <p:cNvPr id="9" name="Text 7"/>
          <p:cNvSpPr txBox="1"/>
          <p:nvPr/>
        </p:nvSpPr>
        <p:spPr>
          <a:xfrm>
            <a:off x="6362670" y="2280788"/>
            <a:ext cx="4947636" cy="289499"/>
          </a:xfrm>
          <a:prstGeom prst="rect">
            <a:avLst/>
          </a:prstGeom>
          <a:noFill/>
          <a:ln/>
        </p:spPr>
        <p:txBody>
          <a:bodyPr wrap="square" lIns="0" tIns="0" rIns="0" bIns="0" rtlCol="0" anchor="t"/>
          <a:lstStyle/>
          <a:p>
            <a:pPr algn="l" indent="0" marL="0">
              <a:lnSpc>
                <a:spcPts val="2160"/>
              </a:lnSpc>
              <a:buNone/>
            </a:pPr>
            <a:r>
              <a:rPr lang="en-US" sz="1600" dirty="0">
                <a:solidFill>
                  <a:srgbClr val="15233F"/>
                </a:solidFill>
                <a:latin typeface="Arial" pitchFamily="34" charset="0"/>
                <a:ea typeface="Arial" pitchFamily="34" charset="-122"/>
                <a:cs typeface="Arial" pitchFamily="34" charset="-120"/>
              </a:rPr>
              <a:t>Parents came to </a:t>
            </a:r>
            <a:pPr algn="l" indent="0" marL="0">
              <a:lnSpc>
                <a:spcPts val="2160"/>
              </a:lnSpc>
              <a:buNone/>
            </a:pPr>
            <a:r>
              <a:rPr lang="en-US" sz="1600" b="1" dirty="0">
                <a:solidFill>
                  <a:srgbClr val="A2470F"/>
                </a:solidFill>
                <a:latin typeface="Arial" pitchFamily="34" charset="0"/>
                <a:ea typeface="Arial" pitchFamily="34" charset="-122"/>
                <a:cs typeface="Arial" pitchFamily="34" charset="-120"/>
              </a:rPr>
              <a:t>the</a:t>
            </a:r>
            <a:pPr algn="l" indent="0" marL="0">
              <a:lnSpc>
                <a:spcPts val="2160"/>
              </a:lnSpc>
              <a:buNone/>
            </a:pPr>
            <a:r>
              <a:rPr lang="en-US" sz="1600" dirty="0">
                <a:solidFill>
                  <a:srgbClr val="15233F"/>
                </a:solidFill>
                <a:latin typeface="Arial" pitchFamily="34" charset="0"/>
                <a:ea typeface="Arial" pitchFamily="34" charset="-122"/>
                <a:cs typeface="Arial" pitchFamily="34" charset="-120"/>
              </a:rPr>
              <a:t> school for a meeting.</a:t>
            </a:r>
            <a:endParaRPr lang="en-US" sz="1600" dirty="0"/>
          </a:p>
        </p:txBody>
      </p:sp>
      <p:sp>
        <p:nvSpPr>
          <p:cNvPr id="10" name="Shape 8"/>
          <p:cNvSpPr/>
          <p:nvPr/>
        </p:nvSpPr>
        <p:spPr>
          <a:xfrm>
            <a:off x="812810" y="2849636"/>
            <a:ext cx="5219670" cy="578998"/>
          </a:xfrm>
          <a:prstGeom prst="roundRect">
            <a:avLst>
              <a:gd name="adj" fmla="val 15351"/>
            </a:avLst>
          </a:prstGeom>
          <a:solidFill>
            <a:srgbClr val="ECEAE6"/>
          </a:solidFill>
          <a:ln/>
        </p:spPr>
      </p:sp>
      <p:sp>
        <p:nvSpPr>
          <p:cNvPr id="11" name="Text 9"/>
          <p:cNvSpPr txBox="1"/>
          <p:nvPr/>
        </p:nvSpPr>
        <p:spPr>
          <a:xfrm>
            <a:off x="1015990" y="2986796"/>
            <a:ext cx="4947636" cy="289499"/>
          </a:xfrm>
          <a:prstGeom prst="rect">
            <a:avLst/>
          </a:prstGeom>
          <a:noFill/>
          <a:ln/>
        </p:spPr>
        <p:txBody>
          <a:bodyPr wrap="square" lIns="0" tIns="0" rIns="0" bIns="0" rtlCol="0" anchor="t"/>
          <a:lstStyle/>
          <a:p>
            <a:pPr algn="l" indent="0" marL="0">
              <a:lnSpc>
                <a:spcPts val="2160"/>
              </a:lnSpc>
              <a:buNone/>
            </a:pPr>
            <a:r>
              <a:rPr lang="en-US" sz="1600" dirty="0">
                <a:solidFill>
                  <a:srgbClr val="15233F"/>
                </a:solidFill>
                <a:latin typeface="Arial" pitchFamily="34" charset="0"/>
                <a:ea typeface="Arial" pitchFamily="34" charset="-122"/>
                <a:cs typeface="Arial" pitchFamily="34" charset="-120"/>
              </a:rPr>
              <a:t>It’s late. Time to go to </a:t>
            </a:r>
            <a:pPr algn="l" indent="0" marL="0">
              <a:lnSpc>
                <a:spcPts val="2160"/>
              </a:lnSpc>
              <a:buNone/>
            </a:pPr>
            <a:r>
              <a:rPr lang="en-US" sz="1600" b="1" dirty="0">
                <a:solidFill>
                  <a:srgbClr val="5E6675"/>
                </a:solidFill>
                <a:latin typeface="Arial" pitchFamily="34" charset="0"/>
                <a:ea typeface="Arial" pitchFamily="34" charset="-122"/>
                <a:cs typeface="Arial" pitchFamily="34" charset="-120"/>
              </a:rPr>
              <a:t>bed</a:t>
            </a:r>
            <a:pPr algn="l" indent="0" marL="0">
              <a:lnSpc>
                <a:spcPts val="2160"/>
              </a:lnSpc>
              <a:buNone/>
            </a:pPr>
            <a:r>
              <a:rPr lang="en-US" sz="1600" dirty="0">
                <a:solidFill>
                  <a:srgbClr val="15233F"/>
                </a:solidFill>
                <a:latin typeface="Arial" pitchFamily="34" charset="0"/>
                <a:ea typeface="Arial" pitchFamily="34" charset="-122"/>
                <a:cs typeface="Arial" pitchFamily="34" charset="-120"/>
              </a:rPr>
              <a:t>.</a:t>
            </a:r>
            <a:endParaRPr lang="en-US" sz="1600" dirty="0"/>
          </a:p>
        </p:txBody>
      </p:sp>
      <p:sp>
        <p:nvSpPr>
          <p:cNvPr id="12" name="Shape 10"/>
          <p:cNvSpPr/>
          <p:nvPr/>
        </p:nvSpPr>
        <p:spPr>
          <a:xfrm>
            <a:off x="6159490" y="2849636"/>
            <a:ext cx="5219670" cy="578998"/>
          </a:xfrm>
          <a:prstGeom prst="roundRect">
            <a:avLst>
              <a:gd name="adj" fmla="val 15351"/>
            </a:avLst>
          </a:prstGeom>
          <a:solidFill>
            <a:srgbClr val="FBE8DA"/>
          </a:solidFill>
          <a:ln/>
        </p:spPr>
      </p:sp>
      <p:sp>
        <p:nvSpPr>
          <p:cNvPr id="13" name="Text 11"/>
          <p:cNvSpPr txBox="1"/>
          <p:nvPr/>
        </p:nvSpPr>
        <p:spPr>
          <a:xfrm>
            <a:off x="6362670" y="2986796"/>
            <a:ext cx="4947636" cy="289499"/>
          </a:xfrm>
          <a:prstGeom prst="rect">
            <a:avLst/>
          </a:prstGeom>
          <a:noFill/>
          <a:ln/>
        </p:spPr>
        <p:txBody>
          <a:bodyPr wrap="square" lIns="0" tIns="0" rIns="0" bIns="0" rtlCol="0" anchor="t"/>
          <a:lstStyle/>
          <a:p>
            <a:pPr algn="l" indent="0" marL="0">
              <a:lnSpc>
                <a:spcPts val="2160"/>
              </a:lnSpc>
              <a:buNone/>
            </a:pPr>
            <a:r>
              <a:rPr lang="en-US" sz="1600" dirty="0">
                <a:solidFill>
                  <a:srgbClr val="15233F"/>
                </a:solidFill>
                <a:latin typeface="Arial" pitchFamily="34" charset="0"/>
                <a:ea typeface="Arial" pitchFamily="34" charset="-122"/>
                <a:cs typeface="Arial" pitchFamily="34" charset="-120"/>
              </a:rPr>
              <a:t>Your phone is on </a:t>
            </a:r>
            <a:pPr algn="l" indent="0" marL="0">
              <a:lnSpc>
                <a:spcPts val="2160"/>
              </a:lnSpc>
              <a:buNone/>
            </a:pPr>
            <a:r>
              <a:rPr lang="en-US" sz="1600" b="1" dirty="0">
                <a:solidFill>
                  <a:srgbClr val="A2470F"/>
                </a:solidFill>
                <a:latin typeface="Arial" pitchFamily="34" charset="0"/>
                <a:ea typeface="Arial" pitchFamily="34" charset="-122"/>
                <a:cs typeface="Arial" pitchFamily="34" charset="-120"/>
              </a:rPr>
              <a:t>the</a:t>
            </a:r>
            <a:pPr algn="l" indent="0" marL="0">
              <a:lnSpc>
                <a:spcPts val="2160"/>
              </a:lnSpc>
              <a:buNone/>
            </a:pPr>
            <a:r>
              <a:rPr lang="en-US" sz="1600" dirty="0">
                <a:solidFill>
                  <a:srgbClr val="15233F"/>
                </a:solidFill>
                <a:latin typeface="Arial" pitchFamily="34" charset="0"/>
                <a:ea typeface="Arial" pitchFamily="34" charset="-122"/>
                <a:cs typeface="Arial" pitchFamily="34" charset="-120"/>
              </a:rPr>
              <a:t> bed.</a:t>
            </a:r>
            <a:endParaRPr lang="en-US" sz="1600" dirty="0"/>
          </a:p>
        </p:txBody>
      </p:sp>
      <p:sp>
        <p:nvSpPr>
          <p:cNvPr id="14" name="Shape 12"/>
          <p:cNvSpPr/>
          <p:nvPr/>
        </p:nvSpPr>
        <p:spPr>
          <a:xfrm>
            <a:off x="812810" y="3555736"/>
            <a:ext cx="5219670" cy="578998"/>
          </a:xfrm>
          <a:prstGeom prst="roundRect">
            <a:avLst>
              <a:gd name="adj" fmla="val 15351"/>
            </a:avLst>
          </a:prstGeom>
          <a:solidFill>
            <a:srgbClr val="ECEAE6"/>
          </a:solidFill>
          <a:ln/>
        </p:spPr>
      </p:sp>
      <p:sp>
        <p:nvSpPr>
          <p:cNvPr id="15" name="Text 13"/>
          <p:cNvSpPr txBox="1"/>
          <p:nvPr/>
        </p:nvSpPr>
        <p:spPr>
          <a:xfrm>
            <a:off x="1015990" y="3692896"/>
            <a:ext cx="4947636" cy="289499"/>
          </a:xfrm>
          <a:prstGeom prst="rect">
            <a:avLst/>
          </a:prstGeom>
          <a:noFill/>
          <a:ln/>
        </p:spPr>
        <p:txBody>
          <a:bodyPr wrap="square" lIns="0" tIns="0" rIns="0" bIns="0" rtlCol="0" anchor="t"/>
          <a:lstStyle/>
          <a:p>
            <a:pPr algn="l" indent="0" marL="0">
              <a:lnSpc>
                <a:spcPts val="2160"/>
              </a:lnSpc>
              <a:buNone/>
            </a:pPr>
            <a:r>
              <a:rPr lang="en-US" sz="1600" dirty="0">
                <a:solidFill>
                  <a:srgbClr val="15233F"/>
                </a:solidFill>
                <a:latin typeface="Arial" pitchFamily="34" charset="0"/>
                <a:ea typeface="Arial" pitchFamily="34" charset="-122"/>
                <a:cs typeface="Arial" pitchFamily="34" charset="-120"/>
              </a:rPr>
              <a:t>He is in </a:t>
            </a:r>
            <a:pPr algn="l" indent="0" marL="0">
              <a:lnSpc>
                <a:spcPts val="2160"/>
              </a:lnSpc>
              <a:buNone/>
            </a:pPr>
            <a:r>
              <a:rPr lang="en-US" sz="1600" b="1" dirty="0">
                <a:solidFill>
                  <a:srgbClr val="5E6675"/>
                </a:solidFill>
                <a:latin typeface="Arial" pitchFamily="34" charset="0"/>
                <a:ea typeface="Arial" pitchFamily="34" charset="-122"/>
                <a:cs typeface="Arial" pitchFamily="34" charset="-120"/>
              </a:rPr>
              <a:t>hospital</a:t>
            </a:r>
            <a:pPr algn="l" indent="0" marL="0">
              <a:lnSpc>
                <a:spcPts val="2160"/>
              </a:lnSpc>
              <a:buNone/>
            </a:pPr>
            <a:r>
              <a:rPr lang="en-US" sz="1600" dirty="0">
                <a:solidFill>
                  <a:srgbClr val="15233F"/>
                </a:solidFill>
                <a:latin typeface="Arial" pitchFamily="34" charset="0"/>
                <a:ea typeface="Arial" pitchFamily="34" charset="-122"/>
                <a:cs typeface="Arial" pitchFamily="34" charset="-120"/>
              </a:rPr>
              <a:t> with a broken leg.</a:t>
            </a:r>
            <a:endParaRPr lang="en-US" sz="1600" dirty="0"/>
          </a:p>
        </p:txBody>
      </p:sp>
      <p:sp>
        <p:nvSpPr>
          <p:cNvPr id="16" name="Shape 14"/>
          <p:cNvSpPr/>
          <p:nvPr/>
        </p:nvSpPr>
        <p:spPr>
          <a:xfrm>
            <a:off x="6159490" y="3555736"/>
            <a:ext cx="5219670" cy="578998"/>
          </a:xfrm>
          <a:prstGeom prst="roundRect">
            <a:avLst>
              <a:gd name="adj" fmla="val 15351"/>
            </a:avLst>
          </a:prstGeom>
          <a:solidFill>
            <a:srgbClr val="FBE8DA"/>
          </a:solidFill>
          <a:ln/>
        </p:spPr>
      </p:sp>
      <p:sp>
        <p:nvSpPr>
          <p:cNvPr id="17" name="Text 15"/>
          <p:cNvSpPr txBox="1"/>
          <p:nvPr/>
        </p:nvSpPr>
        <p:spPr>
          <a:xfrm>
            <a:off x="6362670" y="3692896"/>
            <a:ext cx="4947636" cy="289499"/>
          </a:xfrm>
          <a:prstGeom prst="rect">
            <a:avLst/>
          </a:prstGeom>
          <a:noFill/>
          <a:ln/>
        </p:spPr>
        <p:txBody>
          <a:bodyPr wrap="square" lIns="0" tIns="0" rIns="0" bIns="0" rtlCol="0" anchor="t"/>
          <a:lstStyle/>
          <a:p>
            <a:pPr algn="l" indent="0" marL="0">
              <a:lnSpc>
                <a:spcPts val="2160"/>
              </a:lnSpc>
              <a:buNone/>
            </a:pPr>
            <a:r>
              <a:rPr lang="en-US" sz="1600" dirty="0">
                <a:solidFill>
                  <a:srgbClr val="15233F"/>
                </a:solidFill>
                <a:latin typeface="Arial" pitchFamily="34" charset="0"/>
                <a:ea typeface="Arial" pitchFamily="34" charset="-122"/>
                <a:cs typeface="Arial" pitchFamily="34" charset="-120"/>
              </a:rPr>
              <a:t>I went to </a:t>
            </a:r>
            <a:pPr algn="l" indent="0" marL="0">
              <a:lnSpc>
                <a:spcPts val="2160"/>
              </a:lnSpc>
              <a:buNone/>
            </a:pPr>
            <a:r>
              <a:rPr lang="en-US" sz="1600" b="1" dirty="0">
                <a:solidFill>
                  <a:srgbClr val="A2470F"/>
                </a:solidFill>
                <a:latin typeface="Arial" pitchFamily="34" charset="0"/>
                <a:ea typeface="Arial" pitchFamily="34" charset="-122"/>
                <a:cs typeface="Arial" pitchFamily="34" charset="-120"/>
              </a:rPr>
              <a:t>the</a:t>
            </a:r>
            <a:pPr algn="l" indent="0" marL="0">
              <a:lnSpc>
                <a:spcPts val="2160"/>
              </a:lnSpc>
              <a:buNone/>
            </a:pPr>
            <a:r>
              <a:rPr lang="en-US" sz="1600" dirty="0">
                <a:solidFill>
                  <a:srgbClr val="15233F"/>
                </a:solidFill>
                <a:latin typeface="Arial" pitchFamily="34" charset="0"/>
                <a:ea typeface="Arial" pitchFamily="34" charset="-122"/>
                <a:cs typeface="Arial" pitchFamily="34" charset="-120"/>
              </a:rPr>
              <a:t> hospital to visit him.</a:t>
            </a:r>
            <a:endParaRPr lang="en-US" sz="1600" dirty="0"/>
          </a:p>
        </p:txBody>
      </p:sp>
      <p:sp>
        <p:nvSpPr>
          <p:cNvPr id="18" name="Text 16"/>
          <p:cNvSpPr txBox="1"/>
          <p:nvPr/>
        </p:nvSpPr>
        <p:spPr>
          <a:xfrm>
            <a:off x="812810" y="4368455"/>
            <a:ext cx="10815798" cy="304770"/>
          </a:xfrm>
          <a:prstGeom prst="rect">
            <a:avLst/>
          </a:prstGeom>
          <a:noFill/>
          <a:ln/>
        </p:spPr>
        <p:txBody>
          <a:bodyPr wrap="square" lIns="0" tIns="0" rIns="0" bIns="0" rtlCol="0" anchor="t"/>
          <a:lstStyle/>
          <a:p>
            <a:pPr algn="l" indent="0" marL="0">
              <a:lnSpc>
                <a:spcPts val="2240"/>
              </a:lnSpc>
              <a:buNone/>
            </a:pPr>
            <a:r>
              <a:rPr lang="en-US" sz="1600" dirty="0">
                <a:solidFill>
                  <a:srgbClr val="3F4A5C"/>
                </a:solidFill>
                <a:latin typeface="Arial" pitchFamily="34" charset="0"/>
                <a:ea typeface="Arial" pitchFamily="34" charset="-122"/>
                <a:cs typeface="Arial" pitchFamily="34" charset="-120"/>
              </a:rPr>
              <a:t>Also with no article: </a:t>
            </a:r>
            <a:pPr algn="l" indent="0" marL="0">
              <a:lnSpc>
                <a:spcPts val="2240"/>
              </a:lnSpc>
              <a:buNone/>
            </a:pPr>
            <a:r>
              <a:rPr lang="en-US" sz="1600" b="1" dirty="0">
                <a:solidFill>
                  <a:srgbClr val="3F4A5C"/>
                </a:solidFill>
                <a:latin typeface="Arial" pitchFamily="34" charset="0"/>
                <a:ea typeface="Arial" pitchFamily="34" charset="-122"/>
                <a:cs typeface="Arial" pitchFamily="34" charset="-120"/>
              </a:rPr>
              <a:t>at home, at work, at night, go home.</a:t>
            </a:r>
            <a:pPr algn="l" indent="0" marL="0">
              <a:lnSpc>
                <a:spcPts val="2240"/>
              </a:lnSpc>
              <a:buNone/>
            </a:pPr>
            <a:r>
              <a:rPr lang="en-US" sz="1600" dirty="0">
                <a:solidFill>
                  <a:srgbClr val="3F4A5C"/>
                </a:solidFill>
                <a:latin typeface="Arial" pitchFamily="34" charset="0"/>
                <a:ea typeface="Arial" pitchFamily="34" charset="-122"/>
                <a:cs typeface="Arial" pitchFamily="34" charset="-120"/>
              </a:rPr>
              <a:t> In American English, people usually say “in </a:t>
            </a:r>
            <a:pPr algn="l" indent="0" marL="0">
              <a:lnSpc>
                <a:spcPts val="2240"/>
              </a:lnSpc>
              <a:buNone/>
            </a:pPr>
            <a:r>
              <a:rPr lang="en-US" sz="1600" b="1" dirty="0">
                <a:solidFill>
                  <a:srgbClr val="3F4A5C"/>
                </a:solidFill>
                <a:latin typeface="Arial" pitchFamily="34" charset="0"/>
                <a:ea typeface="Arial" pitchFamily="34" charset="-122"/>
                <a:cs typeface="Arial" pitchFamily="34" charset="-120"/>
              </a:rPr>
              <a:t>the</a:t>
            </a:r>
            <a:pPr algn="l" indent="0" marL="0">
              <a:lnSpc>
                <a:spcPts val="2240"/>
              </a:lnSpc>
              <a:buNone/>
            </a:pPr>
            <a:r>
              <a:rPr lang="en-US" sz="1600" dirty="0">
                <a:solidFill>
                  <a:srgbClr val="3F4A5C"/>
                </a:solidFill>
                <a:latin typeface="Arial" pitchFamily="34" charset="0"/>
                <a:ea typeface="Arial" pitchFamily="34" charset="-122"/>
                <a:cs typeface="Arial" pitchFamily="34" charset="-120"/>
              </a:rPr>
              <a:t> hospital”.</a:t>
            </a:r>
            <a:endParaRPr lang="en-US" sz="1600" dirty="0"/>
          </a:p>
        </p:txBody>
      </p:sp>
      <p:sp>
        <p:nvSpPr>
          <p:cNvPr id="19" name="Text 17"/>
          <p:cNvSpPr txBox="1"/>
          <p:nvPr/>
        </p:nvSpPr>
        <p:spPr>
          <a:xfrm>
            <a:off x="812810" y="6223041"/>
            <a:ext cx="7810530" cy="228600"/>
          </a:xfrm>
          <a:prstGeom prst="rect">
            <a:avLst/>
          </a:prstGeom>
          <a:noFill/>
          <a:ln/>
        </p:spPr>
        <p:txBody>
          <a:bodyPr wrap="square" lIns="0" tIns="0" rIns="0" bIns="0" rtlCol="0" anchor="t"/>
          <a:lstStyle/>
          <a:p>
            <a:pPr algn="l" indent="0" marL="0">
              <a:lnSpc>
                <a:spcPts val="1680"/>
              </a:lnSpc>
              <a:buNone/>
            </a:pPr>
            <a:r>
              <a:rPr lang="en-US" sz="1200" dirty="0">
                <a:solidFill>
                  <a:srgbClr val="636B78"/>
                </a:solidFill>
                <a:latin typeface="Arial" pitchFamily="34" charset="0"/>
                <a:ea typeface="Arial" pitchFamily="34" charset="-122"/>
                <a:cs typeface="Arial" pitchFamily="34" charset="-120"/>
              </a:rPr>
              <a:t>English Articles · A, An &amp; The</a:t>
            </a:r>
            <a:endParaRPr lang="en-US" sz="1200" dirty="0"/>
          </a:p>
        </p:txBody>
      </p:sp>
      <p:sp>
        <p:nvSpPr>
          <p:cNvPr id="20" name="Text 18"/>
          <p:cNvSpPr txBox="1"/>
          <p:nvPr/>
        </p:nvSpPr>
        <p:spPr>
          <a:xfrm>
            <a:off x="10045690" y="6223041"/>
            <a:ext cx="1333470" cy="228600"/>
          </a:xfrm>
          <a:prstGeom prst="rect">
            <a:avLst/>
          </a:prstGeom>
          <a:noFill/>
          <a:ln/>
        </p:spPr>
        <p:txBody>
          <a:bodyPr wrap="square" lIns="0" tIns="0" rIns="0" bIns="0" rtlCol="0" anchor="t"/>
          <a:lstStyle/>
          <a:p>
            <a:pPr algn="r" indent="0" marL="0">
              <a:lnSpc>
                <a:spcPts val="1680"/>
              </a:lnSpc>
              <a:buNone/>
            </a:pPr>
            <a:r>
              <a:rPr lang="en-US" sz="1200" dirty="0">
                <a:solidFill>
                  <a:srgbClr val="636B78"/>
                </a:solidFill>
                <a:latin typeface="Arial" pitchFamily="34" charset="0"/>
                <a:ea typeface="Arial" pitchFamily="34" charset="-122"/>
                <a:cs typeface="Arial" pitchFamily="34" charset="-120"/>
              </a:rPr>
              <a:t>15</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7F0"/>
        </a:solidFill>
      </p:bgPr>
    </p:bg>
    <p:spTree>
      <p:nvGrpSpPr>
        <p:cNvPr id="1" name=""/>
        <p:cNvGrpSpPr/>
        <p:nvPr/>
      </p:nvGrpSpPr>
      <p:grpSpPr>
        <a:xfrm>
          <a:off x="0" y="0"/>
          <a:ext cx="0" cy="0"/>
          <a:chOff x="0" y="0"/>
          <a:chExt cx="0" cy="0"/>
        </a:xfrm>
      </p:grpSpPr>
      <p:sp>
        <p:nvSpPr>
          <p:cNvPr id="2" name="Text 0"/>
          <p:cNvSpPr txBox="1"/>
          <p:nvPr/>
        </p:nvSpPr>
        <p:spPr>
          <a:xfrm>
            <a:off x="812810" y="797540"/>
            <a:ext cx="10815798" cy="228600"/>
          </a:xfrm>
          <a:prstGeom prst="rect">
            <a:avLst/>
          </a:prstGeom>
          <a:noFill/>
          <a:ln/>
        </p:spPr>
        <p:txBody>
          <a:bodyPr wrap="square" lIns="0" tIns="0" rIns="0" bIns="0" rtlCol="0" anchor="t"/>
          <a:lstStyle/>
          <a:p>
            <a:pPr algn="l" indent="0" marL="0">
              <a:lnSpc>
                <a:spcPts val="1680"/>
              </a:lnSpc>
              <a:buNone/>
            </a:pPr>
            <a:r>
              <a:rPr lang="en-US" sz="1200" b="1" spc="150" kern="0" dirty="0">
                <a:solidFill>
                  <a:srgbClr val="636B78"/>
                </a:solidFill>
                <a:latin typeface="Arial" pitchFamily="34" charset="0"/>
                <a:ea typeface="Arial" pitchFamily="34" charset="-122"/>
                <a:cs typeface="Arial" pitchFamily="34" charset="-120"/>
              </a:rPr>
              <a:t>06 · PUTTING IT TOGETHER</a:t>
            </a:r>
            <a:endParaRPr lang="en-US" sz="1200" dirty="0"/>
          </a:p>
        </p:txBody>
      </p:sp>
      <p:sp>
        <p:nvSpPr>
          <p:cNvPr id="3" name="Text 1"/>
          <p:cNvSpPr txBox="1"/>
          <p:nvPr/>
        </p:nvSpPr>
        <p:spPr>
          <a:xfrm>
            <a:off x="812810" y="1102309"/>
            <a:ext cx="10815798" cy="446959"/>
          </a:xfrm>
          <a:prstGeom prst="rect">
            <a:avLst/>
          </a:prstGeom>
          <a:noFill/>
          <a:ln/>
        </p:spPr>
        <p:txBody>
          <a:bodyPr wrap="square" lIns="0" tIns="0" rIns="0" bIns="0" rtlCol="0" anchor="t"/>
          <a:lstStyle/>
          <a:p>
            <a:pPr algn="l" indent="0" marL="0">
              <a:lnSpc>
                <a:spcPts val="3520"/>
              </a:lnSpc>
              <a:buNone/>
            </a:pPr>
            <a:r>
              <a:rPr lang="en-US" sz="3200" b="1" dirty="0">
                <a:solidFill>
                  <a:srgbClr val="15233F"/>
                </a:solidFill>
                <a:latin typeface="Arial" pitchFamily="34" charset="0"/>
                <a:ea typeface="Arial" pitchFamily="34" charset="-122"/>
                <a:cs typeface="Arial" pitchFamily="34" charset="-120"/>
              </a:rPr>
              <a:t>One chart for every noun</a:t>
            </a:r>
            <a:endParaRPr lang="en-US" sz="3200" dirty="0"/>
          </a:p>
        </p:txBody>
      </p:sp>
      <p:sp>
        <p:nvSpPr>
          <p:cNvPr id="4" name="Text 2"/>
          <p:cNvSpPr txBox="1"/>
          <p:nvPr/>
        </p:nvSpPr>
        <p:spPr>
          <a:xfrm>
            <a:off x="3657600" y="1833738"/>
            <a:ext cx="3613434" cy="304770"/>
          </a:xfrm>
          <a:prstGeom prst="rect">
            <a:avLst/>
          </a:prstGeom>
          <a:noFill/>
          <a:ln/>
        </p:spPr>
        <p:txBody>
          <a:bodyPr wrap="square" lIns="0" tIns="0" rIns="0" bIns="0" rtlCol="0" anchor="t"/>
          <a:lstStyle/>
          <a:p>
            <a:pPr algn="l" indent="0" marL="0">
              <a:lnSpc>
                <a:spcPts val="2240"/>
              </a:lnSpc>
              <a:buNone/>
            </a:pPr>
            <a:r>
              <a:rPr lang="en-US" sz="1600" b="1" dirty="0">
                <a:solidFill>
                  <a:srgbClr val="15233F"/>
                </a:solidFill>
                <a:latin typeface="Arial" pitchFamily="34" charset="0"/>
                <a:ea typeface="Arial" pitchFamily="34" charset="-122"/>
                <a:cs typeface="Arial" pitchFamily="34" charset="-120"/>
              </a:rPr>
              <a:t>Singular countable</a:t>
            </a:r>
            <a:endParaRPr lang="en-US" sz="1600" dirty="0"/>
          </a:p>
        </p:txBody>
      </p:sp>
      <p:sp>
        <p:nvSpPr>
          <p:cNvPr id="5" name="Text 3"/>
          <p:cNvSpPr txBox="1"/>
          <p:nvPr/>
        </p:nvSpPr>
        <p:spPr>
          <a:xfrm>
            <a:off x="3657600" y="2148749"/>
            <a:ext cx="3613434" cy="228600"/>
          </a:xfrm>
          <a:prstGeom prst="rect">
            <a:avLst/>
          </a:prstGeom>
          <a:noFill/>
          <a:ln/>
        </p:spPr>
        <p:txBody>
          <a:bodyPr wrap="square" lIns="0" tIns="0" rIns="0" bIns="0" rtlCol="0" anchor="t"/>
          <a:lstStyle/>
          <a:p>
            <a:pPr algn="l" indent="0" marL="0">
              <a:lnSpc>
                <a:spcPts val="1680"/>
              </a:lnSpc>
              <a:buNone/>
            </a:pPr>
            <a:r>
              <a:rPr lang="en-US" sz="1200" dirty="0">
                <a:solidFill>
                  <a:srgbClr val="3F4A5C"/>
                </a:solidFill>
                <a:latin typeface="Arial" pitchFamily="34" charset="0"/>
                <a:ea typeface="Arial" pitchFamily="34" charset="-122"/>
                <a:cs typeface="Arial" pitchFamily="34" charset="-120"/>
              </a:rPr>
              <a:t>one book, one apple</a:t>
            </a:r>
            <a:endParaRPr lang="en-US" sz="1200" dirty="0"/>
          </a:p>
        </p:txBody>
      </p:sp>
      <p:sp>
        <p:nvSpPr>
          <p:cNvPr id="6" name="Text 4"/>
          <p:cNvSpPr txBox="1"/>
          <p:nvPr/>
        </p:nvSpPr>
        <p:spPr>
          <a:xfrm>
            <a:off x="7670810" y="1833738"/>
            <a:ext cx="3613434" cy="304770"/>
          </a:xfrm>
          <a:prstGeom prst="rect">
            <a:avLst/>
          </a:prstGeom>
          <a:noFill/>
          <a:ln/>
        </p:spPr>
        <p:txBody>
          <a:bodyPr wrap="square" lIns="0" tIns="0" rIns="0" bIns="0" rtlCol="0" anchor="t"/>
          <a:lstStyle/>
          <a:p>
            <a:pPr algn="l" indent="0" marL="0">
              <a:lnSpc>
                <a:spcPts val="2240"/>
              </a:lnSpc>
              <a:buNone/>
            </a:pPr>
            <a:r>
              <a:rPr lang="en-US" sz="1600" b="1" dirty="0">
                <a:solidFill>
                  <a:srgbClr val="15233F"/>
                </a:solidFill>
                <a:latin typeface="Arial" pitchFamily="34" charset="0"/>
                <a:ea typeface="Arial" pitchFamily="34" charset="-122"/>
                <a:cs typeface="Arial" pitchFamily="34" charset="-120"/>
              </a:rPr>
              <a:t>Plural or uncountable</a:t>
            </a:r>
            <a:endParaRPr lang="en-US" sz="1600" dirty="0"/>
          </a:p>
        </p:txBody>
      </p:sp>
      <p:sp>
        <p:nvSpPr>
          <p:cNvPr id="7" name="Text 5"/>
          <p:cNvSpPr txBox="1"/>
          <p:nvPr/>
        </p:nvSpPr>
        <p:spPr>
          <a:xfrm>
            <a:off x="7670810" y="2148749"/>
            <a:ext cx="3613434" cy="228600"/>
          </a:xfrm>
          <a:prstGeom prst="rect">
            <a:avLst/>
          </a:prstGeom>
          <a:noFill/>
          <a:ln/>
        </p:spPr>
        <p:txBody>
          <a:bodyPr wrap="square" lIns="0" tIns="0" rIns="0" bIns="0" rtlCol="0" anchor="t"/>
          <a:lstStyle/>
          <a:p>
            <a:pPr algn="l" indent="0" marL="0">
              <a:lnSpc>
                <a:spcPts val="1680"/>
              </a:lnSpc>
              <a:buNone/>
            </a:pPr>
            <a:r>
              <a:rPr lang="en-US" sz="1200" dirty="0">
                <a:solidFill>
                  <a:srgbClr val="3F4A5C"/>
                </a:solidFill>
                <a:latin typeface="Arial" pitchFamily="34" charset="0"/>
                <a:ea typeface="Arial" pitchFamily="34" charset="-122"/>
                <a:cs typeface="Arial" pitchFamily="34" charset="-120"/>
              </a:rPr>
              <a:t>books, water, music</a:t>
            </a:r>
            <a:endParaRPr lang="en-US" sz="1200" dirty="0"/>
          </a:p>
        </p:txBody>
      </p:sp>
      <p:sp>
        <p:nvSpPr>
          <p:cNvPr id="8" name="Shape 6"/>
          <p:cNvSpPr/>
          <p:nvPr/>
        </p:nvSpPr>
        <p:spPr>
          <a:xfrm>
            <a:off x="812810" y="2529688"/>
            <a:ext cx="2540020" cy="1188629"/>
          </a:xfrm>
          <a:prstGeom prst="roundRect">
            <a:avLst>
              <a:gd name="adj" fmla="val 8547"/>
            </a:avLst>
          </a:prstGeom>
          <a:solidFill>
            <a:srgbClr val="15233F"/>
          </a:solidFill>
          <a:ln/>
        </p:spPr>
      </p:sp>
      <p:sp>
        <p:nvSpPr>
          <p:cNvPr id="9" name="Text 7"/>
          <p:cNvSpPr txBox="1"/>
          <p:nvPr/>
        </p:nvSpPr>
        <p:spPr>
          <a:xfrm>
            <a:off x="1015990" y="2842047"/>
            <a:ext cx="2214402" cy="304770"/>
          </a:xfrm>
          <a:prstGeom prst="rect">
            <a:avLst/>
          </a:prstGeom>
          <a:noFill/>
          <a:ln/>
        </p:spPr>
        <p:txBody>
          <a:bodyPr wrap="square" lIns="0" tIns="0" rIns="0" bIns="0" rtlCol="0" anchor="t"/>
          <a:lstStyle/>
          <a:p>
            <a:pPr algn="l" indent="0" marL="0">
              <a:lnSpc>
                <a:spcPts val="2240"/>
              </a:lnSpc>
              <a:buNone/>
            </a:pPr>
            <a:r>
              <a:rPr lang="en-US" sz="1600" b="1" dirty="0">
                <a:solidFill>
                  <a:srgbClr val="F4EFE4"/>
                </a:solidFill>
                <a:latin typeface="Arial" pitchFamily="34" charset="0"/>
                <a:ea typeface="Arial" pitchFamily="34" charset="-122"/>
                <a:cs typeface="Arial" pitchFamily="34" charset="-120"/>
              </a:rPr>
              <a:t>Specific</a:t>
            </a:r>
            <a:endParaRPr lang="en-US" sz="1600" dirty="0"/>
          </a:p>
        </p:txBody>
      </p:sp>
      <p:sp>
        <p:nvSpPr>
          <p:cNvPr id="10" name="Text 8"/>
          <p:cNvSpPr txBox="1"/>
          <p:nvPr/>
        </p:nvSpPr>
        <p:spPr>
          <a:xfrm>
            <a:off x="1015990" y="3156966"/>
            <a:ext cx="2214402" cy="228600"/>
          </a:xfrm>
          <a:prstGeom prst="rect">
            <a:avLst/>
          </a:prstGeom>
          <a:noFill/>
          <a:ln/>
        </p:spPr>
        <p:txBody>
          <a:bodyPr wrap="square" lIns="0" tIns="0" rIns="0" bIns="0" rtlCol="0" anchor="t"/>
          <a:lstStyle/>
          <a:p>
            <a:pPr algn="l" indent="0" marL="0">
              <a:lnSpc>
                <a:spcPts val="1680"/>
              </a:lnSpc>
              <a:buNone/>
            </a:pPr>
            <a:r>
              <a:rPr lang="en-US" sz="1200" dirty="0">
                <a:solidFill>
                  <a:srgbClr val="C9D1DE"/>
                </a:solidFill>
                <a:latin typeface="Arial" pitchFamily="34" charset="0"/>
                <a:ea typeface="Arial" pitchFamily="34" charset="-122"/>
                <a:cs typeface="Arial" pitchFamily="34" charset="-120"/>
              </a:rPr>
              <a:t>We both know which one</a:t>
            </a:r>
            <a:endParaRPr lang="en-US" sz="1200" dirty="0"/>
          </a:p>
        </p:txBody>
      </p:sp>
      <p:sp>
        <p:nvSpPr>
          <p:cNvPr id="11" name="Shape 9"/>
          <p:cNvSpPr/>
          <p:nvPr/>
        </p:nvSpPr>
        <p:spPr>
          <a:xfrm>
            <a:off x="3454420" y="2529688"/>
            <a:ext cx="3911620" cy="1188629"/>
          </a:xfrm>
          <a:prstGeom prst="roundRect">
            <a:avLst>
              <a:gd name="adj" fmla="val 8547"/>
            </a:avLst>
          </a:prstGeom>
          <a:solidFill>
            <a:srgbClr val="FBE8DA"/>
          </a:solidFill>
          <a:ln/>
        </p:spPr>
      </p:sp>
      <p:sp>
        <p:nvSpPr>
          <p:cNvPr id="12" name="Text 10"/>
          <p:cNvSpPr txBox="1"/>
          <p:nvPr/>
        </p:nvSpPr>
        <p:spPr>
          <a:xfrm>
            <a:off x="3657600" y="2732867"/>
            <a:ext cx="3613434" cy="446959"/>
          </a:xfrm>
          <a:prstGeom prst="rect">
            <a:avLst/>
          </a:prstGeom>
          <a:noFill/>
          <a:ln/>
        </p:spPr>
        <p:txBody>
          <a:bodyPr wrap="square" lIns="0" tIns="0" rIns="0" bIns="0" rtlCol="0" anchor="t"/>
          <a:lstStyle/>
          <a:p>
            <a:pPr algn="l" indent="0" marL="0">
              <a:lnSpc>
                <a:spcPts val="3520"/>
              </a:lnSpc>
              <a:buNone/>
            </a:pPr>
            <a:r>
              <a:rPr lang="en-US" sz="3200" b="1" dirty="0">
                <a:solidFill>
                  <a:srgbClr val="A2470F"/>
                </a:solidFill>
                <a:latin typeface="Arial" pitchFamily="34" charset="0"/>
                <a:ea typeface="Arial" pitchFamily="34" charset="-122"/>
                <a:cs typeface="Arial" pitchFamily="34" charset="-120"/>
              </a:rPr>
              <a:t>the</a:t>
            </a:r>
            <a:endParaRPr lang="en-US" sz="3200" dirty="0"/>
          </a:p>
        </p:txBody>
      </p:sp>
      <p:sp>
        <p:nvSpPr>
          <p:cNvPr id="13" name="Text 11"/>
          <p:cNvSpPr txBox="1"/>
          <p:nvPr/>
        </p:nvSpPr>
        <p:spPr>
          <a:xfrm>
            <a:off x="3657600" y="3210367"/>
            <a:ext cx="3613434" cy="304770"/>
          </a:xfrm>
          <a:prstGeom prst="rect">
            <a:avLst/>
          </a:prstGeom>
          <a:noFill/>
          <a:ln/>
        </p:spPr>
        <p:txBody>
          <a:bodyPr wrap="square" lIns="0" tIns="0" rIns="0" bIns="0" rtlCol="0" anchor="t"/>
          <a:lstStyle/>
          <a:p>
            <a:pPr algn="l" indent="0" marL="0">
              <a:lnSpc>
                <a:spcPts val="2240"/>
              </a:lnSpc>
              <a:buNone/>
            </a:pPr>
            <a:r>
              <a:rPr lang="en-US" sz="1600" b="1" dirty="0">
                <a:solidFill>
                  <a:srgbClr val="A2470F"/>
                </a:solidFill>
                <a:latin typeface="Arial" pitchFamily="34" charset="0"/>
                <a:ea typeface="Arial" pitchFamily="34" charset="-122"/>
                <a:cs typeface="Arial" pitchFamily="34" charset="-120"/>
              </a:rPr>
              <a:t>the</a:t>
            </a:r>
            <a:pPr algn="l" indent="0" marL="0">
              <a:lnSpc>
                <a:spcPts val="2240"/>
              </a:lnSpc>
              <a:buNone/>
            </a:pPr>
            <a:r>
              <a:rPr lang="en-US" sz="1600" dirty="0">
                <a:solidFill>
                  <a:srgbClr val="15233F"/>
                </a:solidFill>
                <a:latin typeface="Arial" pitchFamily="34" charset="0"/>
                <a:ea typeface="Arial" pitchFamily="34" charset="-122"/>
                <a:cs typeface="Arial" pitchFamily="34" charset="-120"/>
              </a:rPr>
              <a:t> book · </a:t>
            </a:r>
            <a:pPr algn="l" indent="0" marL="0">
              <a:lnSpc>
                <a:spcPts val="2240"/>
              </a:lnSpc>
              <a:buNone/>
            </a:pPr>
            <a:r>
              <a:rPr lang="en-US" sz="1600" b="1" dirty="0">
                <a:solidFill>
                  <a:srgbClr val="A2470F"/>
                </a:solidFill>
                <a:latin typeface="Arial" pitchFamily="34" charset="0"/>
                <a:ea typeface="Arial" pitchFamily="34" charset="-122"/>
                <a:cs typeface="Arial" pitchFamily="34" charset="-120"/>
              </a:rPr>
              <a:t>the</a:t>
            </a:r>
            <a:pPr algn="l" indent="0" marL="0">
              <a:lnSpc>
                <a:spcPts val="2240"/>
              </a:lnSpc>
              <a:buNone/>
            </a:pPr>
            <a:r>
              <a:rPr lang="en-US" sz="1600" dirty="0">
                <a:solidFill>
                  <a:srgbClr val="15233F"/>
                </a:solidFill>
                <a:latin typeface="Arial" pitchFamily="34" charset="0"/>
                <a:ea typeface="Arial" pitchFamily="34" charset="-122"/>
                <a:cs typeface="Arial" pitchFamily="34" charset="-120"/>
              </a:rPr>
              <a:t> apple</a:t>
            </a:r>
            <a:endParaRPr lang="en-US" sz="1600" dirty="0"/>
          </a:p>
        </p:txBody>
      </p:sp>
      <p:sp>
        <p:nvSpPr>
          <p:cNvPr id="14" name="Shape 12"/>
          <p:cNvSpPr/>
          <p:nvPr/>
        </p:nvSpPr>
        <p:spPr>
          <a:xfrm>
            <a:off x="7467630" y="2529688"/>
            <a:ext cx="3911620" cy="1188629"/>
          </a:xfrm>
          <a:prstGeom prst="roundRect">
            <a:avLst>
              <a:gd name="adj" fmla="val 8547"/>
            </a:avLst>
          </a:prstGeom>
          <a:solidFill>
            <a:srgbClr val="FBE8DA"/>
          </a:solidFill>
          <a:ln/>
        </p:spPr>
      </p:sp>
      <p:sp>
        <p:nvSpPr>
          <p:cNvPr id="15" name="Text 13"/>
          <p:cNvSpPr txBox="1"/>
          <p:nvPr/>
        </p:nvSpPr>
        <p:spPr>
          <a:xfrm>
            <a:off x="7670810" y="2732867"/>
            <a:ext cx="3613434" cy="446959"/>
          </a:xfrm>
          <a:prstGeom prst="rect">
            <a:avLst/>
          </a:prstGeom>
          <a:noFill/>
          <a:ln/>
        </p:spPr>
        <p:txBody>
          <a:bodyPr wrap="square" lIns="0" tIns="0" rIns="0" bIns="0" rtlCol="0" anchor="t"/>
          <a:lstStyle/>
          <a:p>
            <a:pPr algn="l" indent="0" marL="0">
              <a:lnSpc>
                <a:spcPts val="3520"/>
              </a:lnSpc>
              <a:buNone/>
            </a:pPr>
            <a:r>
              <a:rPr lang="en-US" sz="3200" b="1" dirty="0">
                <a:solidFill>
                  <a:srgbClr val="A2470F"/>
                </a:solidFill>
                <a:latin typeface="Arial" pitchFamily="34" charset="0"/>
                <a:ea typeface="Arial" pitchFamily="34" charset="-122"/>
                <a:cs typeface="Arial" pitchFamily="34" charset="-120"/>
              </a:rPr>
              <a:t>the</a:t>
            </a:r>
            <a:endParaRPr lang="en-US" sz="3200" dirty="0"/>
          </a:p>
        </p:txBody>
      </p:sp>
      <p:sp>
        <p:nvSpPr>
          <p:cNvPr id="16" name="Text 14"/>
          <p:cNvSpPr txBox="1"/>
          <p:nvPr/>
        </p:nvSpPr>
        <p:spPr>
          <a:xfrm>
            <a:off x="7670810" y="3210367"/>
            <a:ext cx="3613434" cy="304770"/>
          </a:xfrm>
          <a:prstGeom prst="rect">
            <a:avLst/>
          </a:prstGeom>
          <a:noFill/>
          <a:ln/>
        </p:spPr>
        <p:txBody>
          <a:bodyPr wrap="square" lIns="0" tIns="0" rIns="0" bIns="0" rtlCol="0" anchor="t"/>
          <a:lstStyle/>
          <a:p>
            <a:pPr algn="l" indent="0" marL="0">
              <a:lnSpc>
                <a:spcPts val="2240"/>
              </a:lnSpc>
              <a:buNone/>
            </a:pPr>
            <a:r>
              <a:rPr lang="en-US" sz="1600" b="1" dirty="0">
                <a:solidFill>
                  <a:srgbClr val="A2470F"/>
                </a:solidFill>
                <a:latin typeface="Arial" pitchFamily="34" charset="0"/>
                <a:ea typeface="Arial" pitchFamily="34" charset="-122"/>
                <a:cs typeface="Arial" pitchFamily="34" charset="-120"/>
              </a:rPr>
              <a:t>the</a:t>
            </a:r>
            <a:pPr algn="l" indent="0" marL="0">
              <a:lnSpc>
                <a:spcPts val="2240"/>
              </a:lnSpc>
              <a:buNone/>
            </a:pPr>
            <a:r>
              <a:rPr lang="en-US" sz="1600" dirty="0">
                <a:solidFill>
                  <a:srgbClr val="15233F"/>
                </a:solidFill>
                <a:latin typeface="Arial" pitchFamily="34" charset="0"/>
                <a:ea typeface="Arial" pitchFamily="34" charset="-122"/>
                <a:cs typeface="Arial" pitchFamily="34" charset="-120"/>
              </a:rPr>
              <a:t> books · </a:t>
            </a:r>
            <a:pPr algn="l" indent="0" marL="0">
              <a:lnSpc>
                <a:spcPts val="2240"/>
              </a:lnSpc>
              <a:buNone/>
            </a:pPr>
            <a:r>
              <a:rPr lang="en-US" sz="1600" b="1" dirty="0">
                <a:solidFill>
                  <a:srgbClr val="A2470F"/>
                </a:solidFill>
                <a:latin typeface="Arial" pitchFamily="34" charset="0"/>
                <a:ea typeface="Arial" pitchFamily="34" charset="-122"/>
                <a:cs typeface="Arial" pitchFamily="34" charset="-120"/>
              </a:rPr>
              <a:t>the</a:t>
            </a:r>
            <a:pPr algn="l" indent="0" marL="0">
              <a:lnSpc>
                <a:spcPts val="2240"/>
              </a:lnSpc>
              <a:buNone/>
            </a:pPr>
            <a:r>
              <a:rPr lang="en-US" sz="1600" dirty="0">
                <a:solidFill>
                  <a:srgbClr val="15233F"/>
                </a:solidFill>
                <a:latin typeface="Arial" pitchFamily="34" charset="0"/>
                <a:ea typeface="Arial" pitchFamily="34" charset="-122"/>
                <a:cs typeface="Arial" pitchFamily="34" charset="-120"/>
              </a:rPr>
              <a:t> water</a:t>
            </a:r>
            <a:endParaRPr lang="en-US" sz="1600" dirty="0"/>
          </a:p>
        </p:txBody>
      </p:sp>
      <p:sp>
        <p:nvSpPr>
          <p:cNvPr id="17" name="Shape 15"/>
          <p:cNvSpPr/>
          <p:nvPr/>
        </p:nvSpPr>
        <p:spPr>
          <a:xfrm>
            <a:off x="812810" y="3819906"/>
            <a:ext cx="2540020" cy="1188629"/>
          </a:xfrm>
          <a:prstGeom prst="roundRect">
            <a:avLst>
              <a:gd name="adj" fmla="val 8547"/>
            </a:avLst>
          </a:prstGeom>
          <a:solidFill>
            <a:srgbClr val="15233F"/>
          </a:solidFill>
          <a:ln/>
        </p:spPr>
      </p:sp>
      <p:sp>
        <p:nvSpPr>
          <p:cNvPr id="18" name="Text 16"/>
          <p:cNvSpPr txBox="1"/>
          <p:nvPr/>
        </p:nvSpPr>
        <p:spPr>
          <a:xfrm>
            <a:off x="1015990" y="4132265"/>
            <a:ext cx="2214402" cy="304770"/>
          </a:xfrm>
          <a:prstGeom prst="rect">
            <a:avLst/>
          </a:prstGeom>
          <a:noFill/>
          <a:ln/>
        </p:spPr>
        <p:txBody>
          <a:bodyPr wrap="square" lIns="0" tIns="0" rIns="0" bIns="0" rtlCol="0" anchor="t"/>
          <a:lstStyle/>
          <a:p>
            <a:pPr algn="l" indent="0" marL="0">
              <a:lnSpc>
                <a:spcPts val="2240"/>
              </a:lnSpc>
              <a:buNone/>
            </a:pPr>
            <a:r>
              <a:rPr lang="en-US" sz="1600" b="1" dirty="0">
                <a:solidFill>
                  <a:srgbClr val="F4EFE4"/>
                </a:solidFill>
                <a:latin typeface="Arial" pitchFamily="34" charset="0"/>
                <a:ea typeface="Arial" pitchFamily="34" charset="-122"/>
                <a:cs typeface="Arial" pitchFamily="34" charset="-120"/>
              </a:rPr>
              <a:t>General</a:t>
            </a:r>
            <a:endParaRPr lang="en-US" sz="1600" dirty="0"/>
          </a:p>
        </p:txBody>
      </p:sp>
      <p:sp>
        <p:nvSpPr>
          <p:cNvPr id="19" name="Text 17"/>
          <p:cNvSpPr txBox="1"/>
          <p:nvPr/>
        </p:nvSpPr>
        <p:spPr>
          <a:xfrm>
            <a:off x="1015990" y="4447184"/>
            <a:ext cx="2214402" cy="228600"/>
          </a:xfrm>
          <a:prstGeom prst="rect">
            <a:avLst/>
          </a:prstGeom>
          <a:noFill/>
          <a:ln/>
        </p:spPr>
        <p:txBody>
          <a:bodyPr wrap="square" lIns="0" tIns="0" rIns="0" bIns="0" rtlCol="0" anchor="t"/>
          <a:lstStyle/>
          <a:p>
            <a:pPr algn="l" indent="0" marL="0">
              <a:lnSpc>
                <a:spcPts val="1680"/>
              </a:lnSpc>
              <a:buNone/>
            </a:pPr>
            <a:r>
              <a:rPr lang="en-US" sz="1200" dirty="0">
                <a:solidFill>
                  <a:srgbClr val="C9D1DE"/>
                </a:solidFill>
                <a:latin typeface="Arial" pitchFamily="34" charset="0"/>
                <a:ea typeface="Arial" pitchFamily="34" charset="-122"/>
                <a:cs typeface="Arial" pitchFamily="34" charset="-120"/>
              </a:rPr>
              <a:t>Any one, or things in general</a:t>
            </a:r>
            <a:endParaRPr lang="en-US" sz="1200" dirty="0"/>
          </a:p>
        </p:txBody>
      </p:sp>
      <p:sp>
        <p:nvSpPr>
          <p:cNvPr id="20" name="Shape 18"/>
          <p:cNvSpPr/>
          <p:nvPr/>
        </p:nvSpPr>
        <p:spPr>
          <a:xfrm>
            <a:off x="3454420" y="3819906"/>
            <a:ext cx="3911620" cy="1188629"/>
          </a:xfrm>
          <a:prstGeom prst="roundRect">
            <a:avLst>
              <a:gd name="adj" fmla="val 8547"/>
            </a:avLst>
          </a:prstGeom>
          <a:solidFill>
            <a:srgbClr val="E4EBFA"/>
          </a:solidFill>
          <a:ln/>
        </p:spPr>
      </p:sp>
      <p:sp>
        <p:nvSpPr>
          <p:cNvPr id="21" name="Text 19"/>
          <p:cNvSpPr txBox="1"/>
          <p:nvPr/>
        </p:nvSpPr>
        <p:spPr>
          <a:xfrm>
            <a:off x="3657600" y="4023086"/>
            <a:ext cx="3613434" cy="446959"/>
          </a:xfrm>
          <a:prstGeom prst="rect">
            <a:avLst/>
          </a:prstGeom>
          <a:noFill/>
          <a:ln/>
        </p:spPr>
        <p:txBody>
          <a:bodyPr wrap="square" lIns="0" tIns="0" rIns="0" bIns="0" rtlCol="0" anchor="t"/>
          <a:lstStyle/>
          <a:p>
            <a:pPr algn="l" indent="0" marL="0">
              <a:lnSpc>
                <a:spcPts val="3520"/>
              </a:lnSpc>
              <a:buNone/>
            </a:pPr>
            <a:r>
              <a:rPr lang="en-US" sz="3200" b="1" dirty="0">
                <a:solidFill>
                  <a:srgbClr val="2A5BC4"/>
                </a:solidFill>
                <a:latin typeface="Arial" pitchFamily="34" charset="0"/>
                <a:ea typeface="Arial" pitchFamily="34" charset="-122"/>
                <a:cs typeface="Arial" pitchFamily="34" charset="-120"/>
              </a:rPr>
              <a:t>a / an</a:t>
            </a:r>
            <a:endParaRPr lang="en-US" sz="3200" dirty="0"/>
          </a:p>
        </p:txBody>
      </p:sp>
      <p:sp>
        <p:nvSpPr>
          <p:cNvPr id="22" name="Text 20"/>
          <p:cNvSpPr txBox="1"/>
          <p:nvPr/>
        </p:nvSpPr>
        <p:spPr>
          <a:xfrm>
            <a:off x="3657600" y="4500585"/>
            <a:ext cx="3613434" cy="304770"/>
          </a:xfrm>
          <a:prstGeom prst="rect">
            <a:avLst/>
          </a:prstGeom>
          <a:noFill/>
          <a:ln/>
        </p:spPr>
        <p:txBody>
          <a:bodyPr wrap="square" lIns="0" tIns="0" rIns="0" bIns="0" rtlCol="0" anchor="t"/>
          <a:lstStyle/>
          <a:p>
            <a:pPr algn="l" indent="0" marL="0">
              <a:lnSpc>
                <a:spcPts val="2240"/>
              </a:lnSpc>
              <a:buNone/>
            </a:pPr>
            <a:r>
              <a:rPr lang="en-US" sz="1600" b="1" dirty="0">
                <a:solidFill>
                  <a:srgbClr val="2A5BC4"/>
                </a:solidFill>
                <a:latin typeface="Arial" pitchFamily="34" charset="0"/>
                <a:ea typeface="Arial" pitchFamily="34" charset="-122"/>
                <a:cs typeface="Arial" pitchFamily="34" charset="-120"/>
              </a:rPr>
              <a:t>a</a:t>
            </a:r>
            <a:pPr algn="l" indent="0" marL="0">
              <a:lnSpc>
                <a:spcPts val="2240"/>
              </a:lnSpc>
              <a:buNone/>
            </a:pPr>
            <a:r>
              <a:rPr lang="en-US" sz="1600" dirty="0">
                <a:solidFill>
                  <a:srgbClr val="15233F"/>
                </a:solidFill>
                <a:latin typeface="Arial" pitchFamily="34" charset="0"/>
                <a:ea typeface="Arial" pitchFamily="34" charset="-122"/>
                <a:cs typeface="Arial" pitchFamily="34" charset="-120"/>
              </a:rPr>
              <a:t> book · </a:t>
            </a:r>
            <a:pPr algn="l" indent="0" marL="0">
              <a:lnSpc>
                <a:spcPts val="2240"/>
              </a:lnSpc>
              <a:buNone/>
            </a:pPr>
            <a:r>
              <a:rPr lang="en-US" sz="1600" b="1" dirty="0">
                <a:solidFill>
                  <a:srgbClr val="2A5BC4"/>
                </a:solidFill>
                <a:latin typeface="Arial" pitchFamily="34" charset="0"/>
                <a:ea typeface="Arial" pitchFamily="34" charset="-122"/>
                <a:cs typeface="Arial" pitchFamily="34" charset="-120"/>
              </a:rPr>
              <a:t>an</a:t>
            </a:r>
            <a:pPr algn="l" indent="0" marL="0">
              <a:lnSpc>
                <a:spcPts val="2240"/>
              </a:lnSpc>
              <a:buNone/>
            </a:pPr>
            <a:r>
              <a:rPr lang="en-US" sz="1600" dirty="0">
                <a:solidFill>
                  <a:srgbClr val="15233F"/>
                </a:solidFill>
                <a:latin typeface="Arial" pitchFamily="34" charset="0"/>
                <a:ea typeface="Arial" pitchFamily="34" charset="-122"/>
                <a:cs typeface="Arial" pitchFamily="34" charset="-120"/>
              </a:rPr>
              <a:t> apple</a:t>
            </a:r>
            <a:endParaRPr lang="en-US" sz="1600" dirty="0"/>
          </a:p>
        </p:txBody>
      </p:sp>
      <p:sp>
        <p:nvSpPr>
          <p:cNvPr id="23" name="Shape 21"/>
          <p:cNvSpPr/>
          <p:nvPr/>
        </p:nvSpPr>
        <p:spPr>
          <a:xfrm>
            <a:off x="7467630" y="3819906"/>
            <a:ext cx="3911620" cy="1188629"/>
          </a:xfrm>
          <a:prstGeom prst="roundRect">
            <a:avLst>
              <a:gd name="adj" fmla="val 8547"/>
            </a:avLst>
          </a:prstGeom>
          <a:solidFill>
            <a:srgbClr val="ECEAE6"/>
          </a:solidFill>
          <a:ln/>
        </p:spPr>
      </p:sp>
      <p:sp>
        <p:nvSpPr>
          <p:cNvPr id="24" name="Text 22"/>
          <p:cNvSpPr txBox="1"/>
          <p:nvPr/>
        </p:nvSpPr>
        <p:spPr>
          <a:xfrm>
            <a:off x="7670810" y="4023086"/>
            <a:ext cx="3613434" cy="446959"/>
          </a:xfrm>
          <a:prstGeom prst="rect">
            <a:avLst/>
          </a:prstGeom>
          <a:noFill/>
          <a:ln/>
        </p:spPr>
        <p:txBody>
          <a:bodyPr wrap="square" lIns="0" tIns="0" rIns="0" bIns="0" rtlCol="0" anchor="t"/>
          <a:lstStyle/>
          <a:p>
            <a:pPr algn="l" indent="0" marL="0">
              <a:lnSpc>
                <a:spcPts val="3520"/>
              </a:lnSpc>
              <a:buNone/>
            </a:pPr>
            <a:r>
              <a:rPr lang="en-US" sz="3200" b="1" dirty="0">
                <a:solidFill>
                  <a:srgbClr val="5E6675"/>
                </a:solidFill>
                <a:latin typeface="Arial" pitchFamily="34" charset="0"/>
                <a:ea typeface="Arial" pitchFamily="34" charset="-122"/>
                <a:cs typeface="Arial" pitchFamily="34" charset="-120"/>
              </a:rPr>
              <a:t>Ø</a:t>
            </a:r>
            <a:endParaRPr lang="en-US" sz="3200" dirty="0"/>
          </a:p>
        </p:txBody>
      </p:sp>
      <p:sp>
        <p:nvSpPr>
          <p:cNvPr id="25" name="Text 23"/>
          <p:cNvSpPr txBox="1"/>
          <p:nvPr/>
        </p:nvSpPr>
        <p:spPr>
          <a:xfrm>
            <a:off x="7670810" y="4500585"/>
            <a:ext cx="3613434" cy="304770"/>
          </a:xfrm>
          <a:prstGeom prst="rect">
            <a:avLst/>
          </a:prstGeom>
          <a:noFill/>
          <a:ln/>
        </p:spPr>
        <p:txBody>
          <a:bodyPr wrap="square" lIns="0" tIns="0" rIns="0" bIns="0" rtlCol="0" anchor="t"/>
          <a:lstStyle/>
          <a:p>
            <a:pPr algn="l" indent="0" marL="0">
              <a:lnSpc>
                <a:spcPts val="2240"/>
              </a:lnSpc>
              <a:buNone/>
            </a:pPr>
            <a:r>
              <a:rPr lang="en-US" sz="1600" dirty="0">
                <a:solidFill>
                  <a:srgbClr val="15233F"/>
                </a:solidFill>
                <a:latin typeface="Arial" pitchFamily="34" charset="0"/>
                <a:ea typeface="Arial" pitchFamily="34" charset="-122"/>
                <a:cs typeface="Arial" pitchFamily="34" charset="-120"/>
              </a:rPr>
              <a:t>books · water · music</a:t>
            </a:r>
            <a:endParaRPr lang="en-US" sz="1600" dirty="0"/>
          </a:p>
        </p:txBody>
      </p:sp>
      <p:sp>
        <p:nvSpPr>
          <p:cNvPr id="26" name="Text 24"/>
          <p:cNvSpPr txBox="1"/>
          <p:nvPr/>
        </p:nvSpPr>
        <p:spPr>
          <a:xfrm>
            <a:off x="812810" y="5242255"/>
            <a:ext cx="10815798" cy="304770"/>
          </a:xfrm>
          <a:prstGeom prst="rect">
            <a:avLst/>
          </a:prstGeom>
          <a:noFill/>
          <a:ln/>
        </p:spPr>
        <p:txBody>
          <a:bodyPr wrap="square" lIns="0" tIns="0" rIns="0" bIns="0" rtlCol="0" anchor="t"/>
          <a:lstStyle/>
          <a:p>
            <a:pPr algn="l" indent="0" marL="0">
              <a:lnSpc>
                <a:spcPts val="2240"/>
              </a:lnSpc>
              <a:buNone/>
            </a:pPr>
            <a:r>
              <a:rPr lang="en-US" sz="1600" b="1" dirty="0">
                <a:solidFill>
                  <a:srgbClr val="15233F"/>
                </a:solidFill>
                <a:latin typeface="Arial" pitchFamily="34" charset="0"/>
                <a:ea typeface="Arial" pitchFamily="34" charset="-122"/>
                <a:cs typeface="Arial" pitchFamily="34" charset="-120"/>
              </a:rPr>
              <a:t>Then, for a / an:</a:t>
            </a:r>
            <a:pPr algn="l" indent="0" marL="0">
              <a:lnSpc>
                <a:spcPts val="2240"/>
              </a:lnSpc>
              <a:buNone/>
            </a:pPr>
            <a:r>
              <a:rPr lang="en-US" sz="1600" dirty="0">
                <a:solidFill>
                  <a:srgbClr val="15233F"/>
                </a:solidFill>
                <a:latin typeface="Arial" pitchFamily="34" charset="0"/>
                <a:ea typeface="Arial" pitchFamily="34" charset="-122"/>
                <a:cs typeface="Arial" pitchFamily="34" charset="-120"/>
              </a:rPr>
              <a:t> check the first </a:t>
            </a:r>
            <a:pPr algn="l" indent="0" marL="0">
              <a:lnSpc>
                <a:spcPts val="2240"/>
              </a:lnSpc>
              <a:buNone/>
            </a:pPr>
            <a:r>
              <a:rPr lang="en-US" sz="1600" b="1" dirty="0">
                <a:solidFill>
                  <a:srgbClr val="15233F"/>
                </a:solidFill>
                <a:latin typeface="Arial" pitchFamily="34" charset="0"/>
                <a:ea typeface="Arial" pitchFamily="34" charset="-122"/>
                <a:cs typeface="Arial" pitchFamily="34" charset="-120"/>
              </a:rPr>
              <a:t>sound</a:t>
            </a:r>
            <a:pPr algn="l" indent="0" marL="0">
              <a:lnSpc>
                <a:spcPts val="2240"/>
              </a:lnSpc>
              <a:buNone/>
            </a:pPr>
            <a:r>
              <a:rPr lang="en-US" sz="1600" dirty="0">
                <a:solidFill>
                  <a:srgbClr val="15233F"/>
                </a:solidFill>
                <a:latin typeface="Arial" pitchFamily="34" charset="0"/>
                <a:ea typeface="Arial" pitchFamily="34" charset="-122"/>
                <a:cs typeface="Arial" pitchFamily="34" charset="-120"/>
              </a:rPr>
              <a:t> of the next word.</a:t>
            </a:r>
            <a:endParaRPr lang="en-US" sz="1600" dirty="0"/>
          </a:p>
        </p:txBody>
      </p:sp>
      <p:sp>
        <p:nvSpPr>
          <p:cNvPr id="27" name="Text 25"/>
          <p:cNvSpPr txBox="1"/>
          <p:nvPr/>
        </p:nvSpPr>
        <p:spPr>
          <a:xfrm>
            <a:off x="812810" y="6223041"/>
            <a:ext cx="7810530" cy="228600"/>
          </a:xfrm>
          <a:prstGeom prst="rect">
            <a:avLst/>
          </a:prstGeom>
          <a:noFill/>
          <a:ln/>
        </p:spPr>
        <p:txBody>
          <a:bodyPr wrap="square" lIns="0" tIns="0" rIns="0" bIns="0" rtlCol="0" anchor="t"/>
          <a:lstStyle/>
          <a:p>
            <a:pPr algn="l" indent="0" marL="0">
              <a:lnSpc>
                <a:spcPts val="1680"/>
              </a:lnSpc>
              <a:buNone/>
            </a:pPr>
            <a:r>
              <a:rPr lang="en-US" sz="1200" dirty="0">
                <a:solidFill>
                  <a:srgbClr val="636B78"/>
                </a:solidFill>
                <a:latin typeface="Arial" pitchFamily="34" charset="0"/>
                <a:ea typeface="Arial" pitchFamily="34" charset="-122"/>
                <a:cs typeface="Arial" pitchFamily="34" charset="-120"/>
              </a:rPr>
              <a:t>English Articles · A, An &amp; The</a:t>
            </a:r>
            <a:endParaRPr lang="en-US" sz="1200" dirty="0"/>
          </a:p>
        </p:txBody>
      </p:sp>
      <p:sp>
        <p:nvSpPr>
          <p:cNvPr id="28" name="Text 26"/>
          <p:cNvSpPr txBox="1"/>
          <p:nvPr/>
        </p:nvSpPr>
        <p:spPr>
          <a:xfrm>
            <a:off x="10045690" y="6223041"/>
            <a:ext cx="1333470" cy="228600"/>
          </a:xfrm>
          <a:prstGeom prst="rect">
            <a:avLst/>
          </a:prstGeom>
          <a:noFill/>
          <a:ln/>
        </p:spPr>
        <p:txBody>
          <a:bodyPr wrap="square" lIns="0" tIns="0" rIns="0" bIns="0" rtlCol="0" anchor="t"/>
          <a:lstStyle/>
          <a:p>
            <a:pPr algn="r" indent="0" marL="0">
              <a:lnSpc>
                <a:spcPts val="1680"/>
              </a:lnSpc>
              <a:buNone/>
            </a:pPr>
            <a:r>
              <a:rPr lang="en-US" sz="1200" dirty="0">
                <a:solidFill>
                  <a:srgbClr val="636B78"/>
                </a:solidFill>
                <a:latin typeface="Arial" pitchFamily="34" charset="0"/>
                <a:ea typeface="Arial" pitchFamily="34" charset="-122"/>
                <a:cs typeface="Arial" pitchFamily="34" charset="-120"/>
              </a:rPr>
              <a:t>16</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7F0"/>
        </a:solidFill>
      </p:bgPr>
    </p:bg>
    <p:spTree>
      <p:nvGrpSpPr>
        <p:cNvPr id="1" name=""/>
        <p:cNvGrpSpPr/>
        <p:nvPr/>
      </p:nvGrpSpPr>
      <p:grpSpPr>
        <a:xfrm>
          <a:off x="0" y="0"/>
          <a:ext cx="0" cy="0"/>
          <a:chOff x="0" y="0"/>
          <a:chExt cx="0" cy="0"/>
        </a:xfrm>
      </p:grpSpPr>
      <p:sp>
        <p:nvSpPr>
          <p:cNvPr id="2" name="Text 0"/>
          <p:cNvSpPr txBox="1"/>
          <p:nvPr/>
        </p:nvSpPr>
        <p:spPr>
          <a:xfrm>
            <a:off x="812810" y="797540"/>
            <a:ext cx="10815798" cy="228600"/>
          </a:xfrm>
          <a:prstGeom prst="rect">
            <a:avLst/>
          </a:prstGeom>
          <a:noFill/>
          <a:ln/>
        </p:spPr>
        <p:txBody>
          <a:bodyPr wrap="square" lIns="0" tIns="0" rIns="0" bIns="0" rtlCol="0" anchor="t"/>
          <a:lstStyle/>
          <a:p>
            <a:pPr algn="l" indent="0" marL="0">
              <a:lnSpc>
                <a:spcPts val="1680"/>
              </a:lnSpc>
              <a:buNone/>
            </a:pPr>
            <a:r>
              <a:rPr lang="en-US" sz="1200" b="1" spc="150" kern="0" dirty="0">
                <a:solidFill>
                  <a:srgbClr val="636B78"/>
                </a:solidFill>
                <a:latin typeface="Arial" pitchFamily="34" charset="0"/>
                <a:ea typeface="Arial" pitchFamily="34" charset="-122"/>
                <a:cs typeface="Arial" pitchFamily="34" charset="-120"/>
              </a:rPr>
              <a:t>06 · PUTTING IT TOGETHER</a:t>
            </a:r>
            <a:endParaRPr lang="en-US" sz="1200" dirty="0"/>
          </a:p>
        </p:txBody>
      </p:sp>
      <p:sp>
        <p:nvSpPr>
          <p:cNvPr id="3" name="Text 1"/>
          <p:cNvSpPr txBox="1"/>
          <p:nvPr/>
        </p:nvSpPr>
        <p:spPr>
          <a:xfrm>
            <a:off x="812810" y="1102309"/>
            <a:ext cx="10815798" cy="446959"/>
          </a:xfrm>
          <a:prstGeom prst="rect">
            <a:avLst/>
          </a:prstGeom>
          <a:noFill/>
          <a:ln/>
        </p:spPr>
        <p:txBody>
          <a:bodyPr wrap="square" lIns="0" tIns="0" rIns="0" bIns="0" rtlCol="0" anchor="t"/>
          <a:lstStyle/>
          <a:p>
            <a:pPr algn="l" indent="0" marL="0">
              <a:lnSpc>
                <a:spcPts val="3520"/>
              </a:lnSpc>
              <a:buNone/>
            </a:pPr>
            <a:r>
              <a:rPr lang="en-US" sz="3200" b="1" dirty="0">
                <a:solidFill>
                  <a:srgbClr val="15233F"/>
                </a:solidFill>
                <a:latin typeface="Arial" pitchFamily="34" charset="0"/>
                <a:ea typeface="Arial" pitchFamily="34" charset="-122"/>
                <a:cs typeface="Arial" pitchFamily="34" charset="-120"/>
              </a:rPr>
              <a:t>Common mistakes and how to fix them</a:t>
            </a:r>
            <a:endParaRPr lang="en-US" sz="3200" dirty="0"/>
          </a:p>
        </p:txBody>
      </p:sp>
      <p:sp>
        <p:nvSpPr>
          <p:cNvPr id="4" name="Text 2"/>
          <p:cNvSpPr txBox="1"/>
          <p:nvPr/>
        </p:nvSpPr>
        <p:spPr>
          <a:xfrm>
            <a:off x="812810" y="1605138"/>
            <a:ext cx="10815798" cy="304770"/>
          </a:xfrm>
          <a:prstGeom prst="rect">
            <a:avLst/>
          </a:prstGeom>
          <a:noFill/>
          <a:ln/>
        </p:spPr>
        <p:txBody>
          <a:bodyPr wrap="square" lIns="0" tIns="0" rIns="0" bIns="0" rtlCol="0" anchor="t"/>
          <a:lstStyle/>
          <a:p>
            <a:pPr algn="l" indent="0" marL="0">
              <a:lnSpc>
                <a:spcPts val="2240"/>
              </a:lnSpc>
              <a:buNone/>
            </a:pPr>
            <a:r>
              <a:rPr lang="en-US" sz="1600" dirty="0">
                <a:solidFill>
                  <a:srgbClr val="3F4A5C"/>
                </a:solidFill>
                <a:latin typeface="Arial" pitchFamily="34" charset="0"/>
                <a:ea typeface="Arial" pitchFamily="34" charset="-122"/>
                <a:cs typeface="Arial" pitchFamily="34" charset="-120"/>
              </a:rPr>
              <a:t>Uzbek and Russian have no articles, so these mistakes are very common, and easy to fix.</a:t>
            </a:r>
            <a:endParaRPr lang="en-US" sz="1600" dirty="0"/>
          </a:p>
        </p:txBody>
      </p:sp>
      <p:sp>
        <p:nvSpPr>
          <p:cNvPr id="5" name="Shape 3"/>
          <p:cNvSpPr/>
          <p:nvPr/>
        </p:nvSpPr>
        <p:spPr>
          <a:xfrm>
            <a:off x="812810" y="2163928"/>
            <a:ext cx="10566441" cy="3086100"/>
          </a:xfrm>
          <a:prstGeom prst="roundRect">
            <a:avLst>
              <a:gd name="adj" fmla="val 3292"/>
            </a:avLst>
          </a:prstGeom>
          <a:ln w="12700">
            <a:solidFill>
              <a:srgbClr val="E6DFD0"/>
            </a:solidFill>
            <a:prstDash val="solid"/>
          </a:ln>
        </p:spPr>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812810" y="2163928"/>
          <a:ext cx="10566441" cy="914400"/>
        </p:xfrm>
        <a:graphic>
          <a:graphicData uri="http://schemas.openxmlformats.org/drawingml/2006/table">
            <a:tbl>
              <a:tblPr/>
              <a:tblGrid>
                <a:gridCol w="3478469"/>
                <a:gridCol w="3900099"/>
                <a:gridCol w="3162361"/>
              </a:tblGrid>
              <a:tr h="383408">
                <a:tc>
                  <a:txBody>
                    <a:bodyPr/>
                    <a:lstStyle/>
                    <a:p>
                      <a:pPr indent="0" marL="0">
                        <a:lnSpc>
                          <a:spcPts val="1920"/>
                        </a:lnSpc>
                        <a:buNone/>
                      </a:pPr>
                      <a:r>
                        <a:rPr lang="en-US" sz="1600" b="1" dirty="0">
                          <a:solidFill>
                            <a:srgbClr val="FFB4A8"/>
                          </a:solidFill>
                          <a:latin typeface="Arial" pitchFamily="34" charset="0"/>
                          <a:ea typeface="Arial" pitchFamily="34" charset="-122"/>
                          <a:cs typeface="Arial" pitchFamily="34" charset="-120"/>
                        </a:rPr>
                        <a:t>Wrong</a:t>
                      </a:r>
                      <a:endParaRPr lang="en-US" sz="1600" dirty="0">
                        <a:latin typeface="Arial" charset="0"/>
                        <a:ea typeface="Arial" charset="0"/>
                        <a:cs typeface="Arial" charset="0"/>
                      </a:endParaRPr>
                    </a:p>
                  </a:txBody>
                  <a:tcPr marL="121920" marR="121920" marT="71120" marB="71120" anchor="ctr">
                    <a:lnL w="0" cap="flat" cmpd="sng" algn="ctr">
                      <a:noFill/>
                    </a:lnL>
                    <a:lnR w="0" cap="flat" cmpd="sng" algn="ctr">
                      <a:noFill/>
                    </a:lnR>
                    <a:lnT w="0" cap="flat" cmpd="sng" algn="ctr">
                      <a:noFill/>
                    </a:lnT>
                    <a:lnB w="6350" cap="flat" cmpd="sng" algn="ctr">
                      <a:solidFill>
                        <a:srgbClr val="DFDEDB"/>
                      </a:solidFill>
                      <a:prstDash val="solid"/>
                      <a:round/>
                      <a:headEnd type="none" w="med" len="med"/>
                      <a:tailEnd type="none" w="med" len="med"/>
                    </a:lnB>
                    <a:solidFill>
                      <a:srgbClr val="15233F"/>
                    </a:solidFill>
                  </a:tcPr>
                </a:tc>
                <a:tc>
                  <a:txBody>
                    <a:bodyPr/>
                    <a:lstStyle/>
                    <a:p>
                      <a:pPr indent="0" marL="0">
                        <a:lnSpc>
                          <a:spcPts val="1920"/>
                        </a:lnSpc>
                        <a:buNone/>
                      </a:pPr>
                      <a:r>
                        <a:rPr lang="en-US" sz="1600" b="1" dirty="0">
                          <a:solidFill>
                            <a:srgbClr val="A8E0C4"/>
                          </a:solidFill>
                          <a:latin typeface="Arial" pitchFamily="34" charset="0"/>
                          <a:ea typeface="Arial" pitchFamily="34" charset="-122"/>
                          <a:cs typeface="Arial" pitchFamily="34" charset="-120"/>
                        </a:rPr>
                        <a:t>Right</a:t>
                      </a:r>
                      <a:endParaRPr lang="en-US" sz="1600" dirty="0">
                        <a:latin typeface="Arial" charset="0"/>
                        <a:ea typeface="Arial" charset="0"/>
                        <a:cs typeface="Arial" charset="0"/>
                      </a:endParaRPr>
                    </a:p>
                  </a:txBody>
                  <a:tcPr marL="121920" marR="121920" marT="71120" marB="71120" anchor="ctr">
                    <a:lnL w="0" cap="flat" cmpd="sng" algn="ctr">
                      <a:noFill/>
                    </a:lnL>
                    <a:lnR w="0" cap="flat" cmpd="sng" algn="ctr">
                      <a:noFill/>
                    </a:lnR>
                    <a:lnT w="0" cap="flat" cmpd="sng" algn="ctr">
                      <a:noFill/>
                    </a:lnT>
                    <a:lnB w="6350" cap="flat" cmpd="sng" algn="ctr">
                      <a:solidFill>
                        <a:srgbClr val="DFDEDB"/>
                      </a:solidFill>
                      <a:prstDash val="solid"/>
                      <a:round/>
                      <a:headEnd type="none" w="med" len="med"/>
                      <a:tailEnd type="none" w="med" len="med"/>
                    </a:lnB>
                    <a:solidFill>
                      <a:srgbClr val="15233F"/>
                    </a:solidFill>
                  </a:tcPr>
                </a:tc>
                <a:tc>
                  <a:txBody>
                    <a:bodyPr/>
                    <a:lstStyle/>
                    <a:p>
                      <a:pPr indent="0" marL="0">
                        <a:lnSpc>
                          <a:spcPts val="1920"/>
                        </a:lnSpc>
                        <a:buNone/>
                      </a:pPr>
                      <a:r>
                        <a:rPr lang="en-US" sz="1600" b="1" dirty="0">
                          <a:solidFill>
                            <a:srgbClr val="F4EFE4"/>
                          </a:solidFill>
                          <a:latin typeface="Arial" pitchFamily="34" charset="0"/>
                          <a:ea typeface="Arial" pitchFamily="34" charset="-122"/>
                          <a:cs typeface="Arial" pitchFamily="34" charset="-120"/>
                        </a:rPr>
                        <a:t>Why</a:t>
                      </a:r>
                      <a:endParaRPr lang="en-US" sz="1600" dirty="0">
                        <a:latin typeface="Arial" charset="0"/>
                        <a:ea typeface="Arial" charset="0"/>
                        <a:cs typeface="Arial" charset="0"/>
                      </a:endParaRPr>
                    </a:p>
                  </a:txBody>
                  <a:tcPr marL="121920" marR="121920" marT="71120" marB="71120" anchor="ctr">
                    <a:lnL w="0" cap="flat" cmpd="sng" algn="ctr">
                      <a:noFill/>
                    </a:lnL>
                    <a:lnR w="0" cap="flat" cmpd="sng" algn="ctr">
                      <a:noFill/>
                    </a:lnR>
                    <a:lnT w="0" cap="flat" cmpd="sng" algn="ctr">
                      <a:noFill/>
                    </a:lnT>
                    <a:lnB w="6350" cap="flat" cmpd="sng" algn="ctr">
                      <a:solidFill>
                        <a:srgbClr val="DFDEDB"/>
                      </a:solidFill>
                      <a:prstDash val="solid"/>
                      <a:round/>
                      <a:headEnd type="none" w="med" len="med"/>
                      <a:tailEnd type="none" w="med" len="med"/>
                    </a:lnB>
                    <a:solidFill>
                      <a:srgbClr val="15233F"/>
                    </a:solidFill>
                  </a:tcPr>
                </a:tc>
              </a:tr>
              <a:tr h="383408">
                <a:tc>
                  <a:txBody>
                    <a:bodyPr/>
                    <a:lstStyle/>
                    <a:p>
                      <a:pPr indent="0" marL="0">
                        <a:lnSpc>
                          <a:spcPts val="1920"/>
                        </a:lnSpc>
                        <a:buNone/>
                      </a:pPr>
                      <a:r>
                        <a:rPr lang="en-US" sz="1600" dirty="0">
                          <a:solidFill>
                            <a:srgbClr val="A33A3A"/>
                          </a:solidFill>
                          <a:latin typeface="Arial" pitchFamily="34" charset="0"/>
                          <a:ea typeface="Arial" pitchFamily="34" charset="-122"/>
                          <a:cs typeface="Arial" pitchFamily="34" charset="-120"/>
                        </a:rPr>
                        <a:t>She is doctor.</a:t>
                      </a:r>
                      <a:endParaRPr lang="en-US" sz="1600" dirty="0">
                        <a:latin typeface="Arial" charset="0"/>
                        <a:ea typeface="Arial" charset="0"/>
                        <a:cs typeface="Arial" charset="0"/>
                      </a:endParaRPr>
                    </a:p>
                  </a:txBody>
                  <a:tcPr marL="121920" marR="121920" marT="71120" marB="71120" anchor="ctr">
                    <a:lnL w="0" cap="flat" cmpd="sng" algn="ctr">
                      <a:noFill/>
                    </a:lnL>
                    <a:lnR w="0" cap="flat" cmpd="sng" algn="ctr">
                      <a:noFill/>
                    </a:lnR>
                    <a:lnT w="0" cap="flat" cmpd="sng" algn="ctr">
                      <a:noFill/>
                    </a:lnT>
                    <a:lnB w="6350" cap="flat" cmpd="sng" algn="ctr">
                      <a:solidFill>
                        <a:srgbClr val="DFDEDB"/>
                      </a:solidFill>
                      <a:prstDash val="solid"/>
                      <a:round/>
                      <a:headEnd type="none" w="med" len="med"/>
                      <a:tailEnd type="none" w="med" len="med"/>
                    </a:lnB>
                    <a:solidFill>
                      <a:srgbClr val="FFFDF9"/>
                    </a:solidFill>
                  </a:tcPr>
                </a:tc>
                <a:tc>
                  <a:txBody>
                    <a:bodyPr/>
                    <a:lstStyle/>
                    <a:p>
                      <a:pPr indent="0" marL="0">
                        <a:lnSpc>
                          <a:spcPts val="1920"/>
                        </a:lnSpc>
                        <a:buNone/>
                      </a:pPr>
                      <a:r>
                        <a:rPr lang="en-US" sz="1600" dirty="0">
                          <a:solidFill>
                            <a:srgbClr val="1F6B4A"/>
                          </a:solidFill>
                          <a:latin typeface="Arial" pitchFamily="34" charset="0"/>
                          <a:ea typeface="Arial" pitchFamily="34" charset="-122"/>
                          <a:cs typeface="Arial" pitchFamily="34" charset="-120"/>
                        </a:rPr>
                        <a:t>She is a doctor.</a:t>
                      </a:r>
                      <a:endParaRPr lang="en-US" sz="1600" dirty="0">
                        <a:latin typeface="Arial" charset="0"/>
                        <a:ea typeface="Arial" charset="0"/>
                        <a:cs typeface="Arial" charset="0"/>
                      </a:endParaRPr>
                    </a:p>
                  </a:txBody>
                  <a:tcPr marL="121920" marR="121920" marT="71120" marB="71120" anchor="ctr">
                    <a:lnL w="0" cap="flat" cmpd="sng" algn="ctr">
                      <a:noFill/>
                    </a:lnL>
                    <a:lnR w="0" cap="flat" cmpd="sng" algn="ctr">
                      <a:noFill/>
                    </a:lnR>
                    <a:lnT w="0" cap="flat" cmpd="sng" algn="ctr">
                      <a:noFill/>
                    </a:lnT>
                    <a:lnB w="6350" cap="flat" cmpd="sng" algn="ctr">
                      <a:solidFill>
                        <a:srgbClr val="DFDEDB"/>
                      </a:solidFill>
                      <a:prstDash val="solid"/>
                      <a:round/>
                      <a:headEnd type="none" w="med" len="med"/>
                      <a:tailEnd type="none" w="med" len="med"/>
                    </a:lnB>
                    <a:solidFill>
                      <a:srgbClr val="FFFDF9"/>
                    </a:solidFill>
                  </a:tcPr>
                </a:tc>
                <a:tc>
                  <a:txBody>
                    <a:bodyPr/>
                    <a:lstStyle/>
                    <a:p>
                      <a:pPr indent="0" marL="0">
                        <a:lnSpc>
                          <a:spcPts val="1920"/>
                        </a:lnSpc>
                        <a:buNone/>
                      </a:pPr>
                      <a:r>
                        <a:rPr lang="en-US" sz="1600" dirty="0">
                          <a:solidFill>
                            <a:srgbClr val="15233F"/>
                          </a:solidFill>
                          <a:latin typeface="Arial" pitchFamily="34" charset="0"/>
                          <a:ea typeface="Arial" pitchFamily="34" charset="-122"/>
                          <a:cs typeface="Arial" pitchFamily="34" charset="-120"/>
                        </a:rPr>
                        <a:t>Jobs take a / an.</a:t>
                      </a:r>
                      <a:endParaRPr lang="en-US" sz="1600" dirty="0">
                        <a:latin typeface="Arial" charset="0"/>
                        <a:ea typeface="Arial" charset="0"/>
                        <a:cs typeface="Arial" charset="0"/>
                      </a:endParaRPr>
                    </a:p>
                  </a:txBody>
                  <a:tcPr marL="121920" marR="121920" marT="71120" marB="71120" anchor="ctr">
                    <a:lnL w="0" cap="flat" cmpd="sng" algn="ctr">
                      <a:noFill/>
                    </a:lnL>
                    <a:lnR w="0" cap="flat" cmpd="sng" algn="ctr">
                      <a:noFill/>
                    </a:lnR>
                    <a:lnT w="0" cap="flat" cmpd="sng" algn="ctr">
                      <a:noFill/>
                    </a:lnT>
                    <a:lnB w="6350" cap="flat" cmpd="sng" algn="ctr">
                      <a:solidFill>
                        <a:srgbClr val="DFDEDB"/>
                      </a:solidFill>
                      <a:prstDash val="solid"/>
                      <a:round/>
                      <a:headEnd type="none" w="med" len="med"/>
                      <a:tailEnd type="none" w="med" len="med"/>
                    </a:lnB>
                    <a:solidFill>
                      <a:srgbClr val="FFFDF9"/>
                    </a:solidFill>
                  </a:tcPr>
                </a:tc>
              </a:tr>
              <a:tr h="383408">
                <a:tc>
                  <a:txBody>
                    <a:bodyPr/>
                    <a:lstStyle/>
                    <a:p>
                      <a:pPr indent="0" marL="0">
                        <a:lnSpc>
                          <a:spcPts val="1920"/>
                        </a:lnSpc>
                        <a:buNone/>
                      </a:pPr>
                      <a:r>
                        <a:rPr lang="en-US" sz="1600" dirty="0">
                          <a:solidFill>
                            <a:srgbClr val="A33A3A"/>
                          </a:solidFill>
                          <a:latin typeface="Arial" pitchFamily="34" charset="0"/>
                          <a:ea typeface="Arial" pitchFamily="34" charset="-122"/>
                          <a:cs typeface="Arial" pitchFamily="34" charset="-120"/>
                        </a:rPr>
                        <a:t>I waited a hour.</a:t>
                      </a:r>
                      <a:endParaRPr lang="en-US" sz="1600" dirty="0">
                        <a:latin typeface="Arial" charset="0"/>
                        <a:ea typeface="Arial" charset="0"/>
                        <a:cs typeface="Arial" charset="0"/>
                      </a:endParaRPr>
                    </a:p>
                  </a:txBody>
                  <a:tcPr marL="121920" marR="121920" marT="71120" marB="71120" anchor="ctr">
                    <a:lnL w="0" cap="flat" cmpd="sng" algn="ctr">
                      <a:noFill/>
                    </a:lnL>
                    <a:lnR w="0" cap="flat" cmpd="sng" algn="ctr">
                      <a:noFill/>
                    </a:lnR>
                    <a:lnT w="0" cap="flat" cmpd="sng" algn="ctr">
                      <a:noFill/>
                    </a:lnT>
                    <a:lnB w="6350" cap="flat" cmpd="sng" algn="ctr">
                      <a:solidFill>
                        <a:srgbClr val="DFDEDB"/>
                      </a:solidFill>
                      <a:prstDash val="solid"/>
                      <a:round/>
                      <a:headEnd type="none" w="med" len="med"/>
                      <a:tailEnd type="none" w="med" len="med"/>
                    </a:lnB>
                    <a:solidFill>
                      <a:srgbClr val="F3EEE4"/>
                    </a:solidFill>
                  </a:tcPr>
                </a:tc>
                <a:tc>
                  <a:txBody>
                    <a:bodyPr/>
                    <a:lstStyle/>
                    <a:p>
                      <a:pPr indent="0" marL="0">
                        <a:lnSpc>
                          <a:spcPts val="1920"/>
                        </a:lnSpc>
                        <a:buNone/>
                      </a:pPr>
                      <a:r>
                        <a:rPr lang="en-US" sz="1600" dirty="0">
                          <a:solidFill>
                            <a:srgbClr val="1F6B4A"/>
                          </a:solidFill>
                          <a:latin typeface="Arial" pitchFamily="34" charset="0"/>
                          <a:ea typeface="Arial" pitchFamily="34" charset="-122"/>
                          <a:cs typeface="Arial" pitchFamily="34" charset="-120"/>
                        </a:rPr>
                        <a:t>I waited an hour.</a:t>
                      </a:r>
                      <a:endParaRPr lang="en-US" sz="1600" dirty="0">
                        <a:latin typeface="Arial" charset="0"/>
                        <a:ea typeface="Arial" charset="0"/>
                        <a:cs typeface="Arial" charset="0"/>
                      </a:endParaRPr>
                    </a:p>
                  </a:txBody>
                  <a:tcPr marL="121920" marR="121920" marT="71120" marB="71120" anchor="ctr">
                    <a:lnL w="0" cap="flat" cmpd="sng" algn="ctr">
                      <a:noFill/>
                    </a:lnL>
                    <a:lnR w="0" cap="flat" cmpd="sng" algn="ctr">
                      <a:noFill/>
                    </a:lnR>
                    <a:lnT w="0" cap="flat" cmpd="sng" algn="ctr">
                      <a:noFill/>
                    </a:lnT>
                    <a:lnB w="6350" cap="flat" cmpd="sng" algn="ctr">
                      <a:solidFill>
                        <a:srgbClr val="DFDEDB"/>
                      </a:solidFill>
                      <a:prstDash val="solid"/>
                      <a:round/>
                      <a:headEnd type="none" w="med" len="med"/>
                      <a:tailEnd type="none" w="med" len="med"/>
                    </a:lnB>
                    <a:solidFill>
                      <a:srgbClr val="F3EEE4"/>
                    </a:solidFill>
                  </a:tcPr>
                </a:tc>
                <a:tc>
                  <a:txBody>
                    <a:bodyPr/>
                    <a:lstStyle/>
                    <a:p>
                      <a:pPr indent="0" marL="0">
                        <a:lnSpc>
                          <a:spcPts val="1920"/>
                        </a:lnSpc>
                        <a:buNone/>
                      </a:pPr>
                      <a:r>
                        <a:rPr lang="en-US" sz="1600" dirty="0">
                          <a:solidFill>
                            <a:srgbClr val="15233F"/>
                          </a:solidFill>
                          <a:latin typeface="Arial" pitchFamily="34" charset="0"/>
                          <a:ea typeface="Arial" pitchFamily="34" charset="-122"/>
                          <a:cs typeface="Arial" pitchFamily="34" charset="-120"/>
                        </a:rPr>
                        <a:t>Silent h: vowel sound.</a:t>
                      </a:r>
                      <a:endParaRPr lang="en-US" sz="1600" dirty="0">
                        <a:latin typeface="Arial" charset="0"/>
                        <a:ea typeface="Arial" charset="0"/>
                        <a:cs typeface="Arial" charset="0"/>
                      </a:endParaRPr>
                    </a:p>
                  </a:txBody>
                  <a:tcPr marL="121920" marR="121920" marT="71120" marB="71120" anchor="ctr">
                    <a:lnL w="0" cap="flat" cmpd="sng" algn="ctr">
                      <a:noFill/>
                    </a:lnL>
                    <a:lnR w="0" cap="flat" cmpd="sng" algn="ctr">
                      <a:noFill/>
                    </a:lnR>
                    <a:lnT w="0" cap="flat" cmpd="sng" algn="ctr">
                      <a:noFill/>
                    </a:lnT>
                    <a:lnB w="6350" cap="flat" cmpd="sng" algn="ctr">
                      <a:solidFill>
                        <a:srgbClr val="DFDEDB"/>
                      </a:solidFill>
                      <a:prstDash val="solid"/>
                      <a:round/>
                      <a:headEnd type="none" w="med" len="med"/>
                      <a:tailEnd type="none" w="med" len="med"/>
                    </a:lnB>
                    <a:solidFill>
                      <a:srgbClr val="F3EEE4"/>
                    </a:solidFill>
                  </a:tcPr>
                </a:tc>
              </a:tr>
              <a:tr h="383408">
                <a:tc>
                  <a:txBody>
                    <a:bodyPr/>
                    <a:lstStyle/>
                    <a:p>
                      <a:pPr indent="0" marL="0">
                        <a:lnSpc>
                          <a:spcPts val="1920"/>
                        </a:lnSpc>
                        <a:buNone/>
                      </a:pPr>
                      <a:r>
                        <a:rPr lang="en-US" sz="1600" dirty="0">
                          <a:solidFill>
                            <a:srgbClr val="A33A3A"/>
                          </a:solidFill>
                          <a:latin typeface="Arial" pitchFamily="34" charset="0"/>
                          <a:ea typeface="Arial" pitchFamily="34" charset="-122"/>
                          <a:cs typeface="Arial" pitchFamily="34" charset="-120"/>
                        </a:rPr>
                        <a:t>The life is short.</a:t>
                      </a:r>
                      <a:endParaRPr lang="en-US" sz="1600" dirty="0">
                        <a:latin typeface="Arial" charset="0"/>
                        <a:ea typeface="Arial" charset="0"/>
                        <a:cs typeface="Arial" charset="0"/>
                      </a:endParaRPr>
                    </a:p>
                  </a:txBody>
                  <a:tcPr marL="121920" marR="121920" marT="71120" marB="71120" anchor="ctr">
                    <a:lnL w="0" cap="flat" cmpd="sng" algn="ctr">
                      <a:noFill/>
                    </a:lnL>
                    <a:lnR w="0" cap="flat" cmpd="sng" algn="ctr">
                      <a:noFill/>
                    </a:lnR>
                    <a:lnT w="0" cap="flat" cmpd="sng" algn="ctr">
                      <a:noFill/>
                    </a:lnT>
                    <a:lnB w="6350" cap="flat" cmpd="sng" algn="ctr">
                      <a:solidFill>
                        <a:srgbClr val="DFDEDB"/>
                      </a:solidFill>
                      <a:prstDash val="solid"/>
                      <a:round/>
                      <a:headEnd type="none" w="med" len="med"/>
                      <a:tailEnd type="none" w="med" len="med"/>
                    </a:lnB>
                    <a:solidFill>
                      <a:srgbClr val="FFFDF9"/>
                    </a:solidFill>
                  </a:tcPr>
                </a:tc>
                <a:tc>
                  <a:txBody>
                    <a:bodyPr/>
                    <a:lstStyle/>
                    <a:p>
                      <a:pPr indent="0" marL="0">
                        <a:lnSpc>
                          <a:spcPts val="1920"/>
                        </a:lnSpc>
                        <a:buNone/>
                      </a:pPr>
                      <a:r>
                        <a:rPr lang="en-US" sz="1600" dirty="0">
                          <a:solidFill>
                            <a:srgbClr val="1F6B4A"/>
                          </a:solidFill>
                          <a:latin typeface="Arial" pitchFamily="34" charset="0"/>
                          <a:ea typeface="Arial" pitchFamily="34" charset="-122"/>
                          <a:cs typeface="Arial" pitchFamily="34" charset="-120"/>
                        </a:rPr>
                        <a:t>Life is short.</a:t>
                      </a:r>
                      <a:endParaRPr lang="en-US" sz="1600" dirty="0">
                        <a:latin typeface="Arial" charset="0"/>
                        <a:ea typeface="Arial" charset="0"/>
                        <a:cs typeface="Arial" charset="0"/>
                      </a:endParaRPr>
                    </a:p>
                  </a:txBody>
                  <a:tcPr marL="121920" marR="121920" marT="71120" marB="71120" anchor="ctr">
                    <a:lnL w="0" cap="flat" cmpd="sng" algn="ctr">
                      <a:noFill/>
                    </a:lnL>
                    <a:lnR w="0" cap="flat" cmpd="sng" algn="ctr">
                      <a:noFill/>
                    </a:lnR>
                    <a:lnT w="0" cap="flat" cmpd="sng" algn="ctr">
                      <a:noFill/>
                    </a:lnT>
                    <a:lnB w="6350" cap="flat" cmpd="sng" algn="ctr">
                      <a:solidFill>
                        <a:srgbClr val="DFDEDB"/>
                      </a:solidFill>
                      <a:prstDash val="solid"/>
                      <a:round/>
                      <a:headEnd type="none" w="med" len="med"/>
                      <a:tailEnd type="none" w="med" len="med"/>
                    </a:lnB>
                    <a:solidFill>
                      <a:srgbClr val="FFFDF9"/>
                    </a:solidFill>
                  </a:tcPr>
                </a:tc>
                <a:tc>
                  <a:txBody>
                    <a:bodyPr/>
                    <a:lstStyle/>
                    <a:p>
                      <a:pPr indent="0" marL="0">
                        <a:lnSpc>
                          <a:spcPts val="1920"/>
                        </a:lnSpc>
                        <a:buNone/>
                      </a:pPr>
                      <a:r>
                        <a:rPr lang="en-US" sz="1600" dirty="0">
                          <a:solidFill>
                            <a:srgbClr val="15233F"/>
                          </a:solidFill>
                          <a:latin typeface="Arial" pitchFamily="34" charset="0"/>
                          <a:ea typeface="Arial" pitchFamily="34" charset="-122"/>
                          <a:cs typeface="Arial" pitchFamily="34" charset="-120"/>
                        </a:rPr>
                        <a:t>General idea: Ø.</a:t>
                      </a:r>
                      <a:endParaRPr lang="en-US" sz="1600" dirty="0">
                        <a:latin typeface="Arial" charset="0"/>
                        <a:ea typeface="Arial" charset="0"/>
                        <a:cs typeface="Arial" charset="0"/>
                      </a:endParaRPr>
                    </a:p>
                  </a:txBody>
                  <a:tcPr marL="121920" marR="121920" marT="71120" marB="71120" anchor="ctr">
                    <a:lnL w="0" cap="flat" cmpd="sng" algn="ctr">
                      <a:noFill/>
                    </a:lnL>
                    <a:lnR w="0" cap="flat" cmpd="sng" algn="ctr">
                      <a:noFill/>
                    </a:lnR>
                    <a:lnT w="0" cap="flat" cmpd="sng" algn="ctr">
                      <a:noFill/>
                    </a:lnT>
                    <a:lnB w="6350" cap="flat" cmpd="sng" algn="ctr">
                      <a:solidFill>
                        <a:srgbClr val="DFDEDB"/>
                      </a:solidFill>
                      <a:prstDash val="solid"/>
                      <a:round/>
                      <a:headEnd type="none" w="med" len="med"/>
                      <a:tailEnd type="none" w="med" len="med"/>
                    </a:lnB>
                    <a:solidFill>
                      <a:srgbClr val="FFFDF9"/>
                    </a:solidFill>
                  </a:tcPr>
                </a:tc>
              </a:tr>
              <a:tr h="383408">
                <a:tc>
                  <a:txBody>
                    <a:bodyPr/>
                    <a:lstStyle/>
                    <a:p>
                      <a:pPr indent="0" marL="0">
                        <a:lnSpc>
                          <a:spcPts val="1920"/>
                        </a:lnSpc>
                        <a:buNone/>
                      </a:pPr>
                      <a:r>
                        <a:rPr lang="en-US" sz="1600" dirty="0">
                          <a:solidFill>
                            <a:srgbClr val="A33A3A"/>
                          </a:solidFill>
                          <a:latin typeface="Arial" pitchFamily="34" charset="0"/>
                          <a:ea typeface="Arial" pitchFamily="34" charset="-122"/>
                          <a:cs typeface="Arial" pitchFamily="34" charset="-120"/>
                        </a:rPr>
                        <a:t>Sun is hot today.</a:t>
                      </a:r>
                      <a:endParaRPr lang="en-US" sz="1600" dirty="0">
                        <a:latin typeface="Arial" charset="0"/>
                        <a:ea typeface="Arial" charset="0"/>
                        <a:cs typeface="Arial" charset="0"/>
                      </a:endParaRPr>
                    </a:p>
                  </a:txBody>
                  <a:tcPr marL="121920" marR="121920" marT="71120" marB="71120" anchor="ctr">
                    <a:lnL w="0" cap="flat" cmpd="sng" algn="ctr">
                      <a:noFill/>
                    </a:lnL>
                    <a:lnR w="0" cap="flat" cmpd="sng" algn="ctr">
                      <a:noFill/>
                    </a:lnR>
                    <a:lnT w="0" cap="flat" cmpd="sng" algn="ctr">
                      <a:noFill/>
                    </a:lnT>
                    <a:lnB w="6350" cap="flat" cmpd="sng" algn="ctr">
                      <a:solidFill>
                        <a:srgbClr val="DFDEDB"/>
                      </a:solidFill>
                      <a:prstDash val="solid"/>
                      <a:round/>
                      <a:headEnd type="none" w="med" len="med"/>
                      <a:tailEnd type="none" w="med" len="med"/>
                    </a:lnB>
                    <a:solidFill>
                      <a:srgbClr val="F3EEE4"/>
                    </a:solidFill>
                  </a:tcPr>
                </a:tc>
                <a:tc>
                  <a:txBody>
                    <a:bodyPr/>
                    <a:lstStyle/>
                    <a:p>
                      <a:pPr indent="0" marL="0">
                        <a:lnSpc>
                          <a:spcPts val="1920"/>
                        </a:lnSpc>
                        <a:buNone/>
                      </a:pPr>
                      <a:r>
                        <a:rPr lang="en-US" sz="1600" dirty="0">
                          <a:solidFill>
                            <a:srgbClr val="1F6B4A"/>
                          </a:solidFill>
                          <a:latin typeface="Arial" pitchFamily="34" charset="0"/>
                          <a:ea typeface="Arial" pitchFamily="34" charset="-122"/>
                          <a:cs typeface="Arial" pitchFamily="34" charset="-120"/>
                        </a:rPr>
                        <a:t>The sun is hot today.</a:t>
                      </a:r>
                      <a:endParaRPr lang="en-US" sz="1600" dirty="0">
                        <a:latin typeface="Arial" charset="0"/>
                        <a:ea typeface="Arial" charset="0"/>
                        <a:cs typeface="Arial" charset="0"/>
                      </a:endParaRPr>
                    </a:p>
                  </a:txBody>
                  <a:tcPr marL="121920" marR="121920" marT="71120" marB="71120" anchor="ctr">
                    <a:lnL w="0" cap="flat" cmpd="sng" algn="ctr">
                      <a:noFill/>
                    </a:lnL>
                    <a:lnR w="0" cap="flat" cmpd="sng" algn="ctr">
                      <a:noFill/>
                    </a:lnR>
                    <a:lnT w="0" cap="flat" cmpd="sng" algn="ctr">
                      <a:noFill/>
                    </a:lnT>
                    <a:lnB w="6350" cap="flat" cmpd="sng" algn="ctr">
                      <a:solidFill>
                        <a:srgbClr val="DFDEDB"/>
                      </a:solidFill>
                      <a:prstDash val="solid"/>
                      <a:round/>
                      <a:headEnd type="none" w="med" len="med"/>
                      <a:tailEnd type="none" w="med" len="med"/>
                    </a:lnB>
                    <a:solidFill>
                      <a:srgbClr val="F3EEE4"/>
                    </a:solidFill>
                  </a:tcPr>
                </a:tc>
                <a:tc>
                  <a:txBody>
                    <a:bodyPr/>
                    <a:lstStyle/>
                    <a:p>
                      <a:pPr indent="0" marL="0">
                        <a:lnSpc>
                          <a:spcPts val="1920"/>
                        </a:lnSpc>
                        <a:buNone/>
                      </a:pPr>
                      <a:r>
                        <a:rPr lang="en-US" sz="1600" dirty="0">
                          <a:solidFill>
                            <a:srgbClr val="15233F"/>
                          </a:solidFill>
                          <a:latin typeface="Arial" pitchFamily="34" charset="0"/>
                          <a:ea typeface="Arial" pitchFamily="34" charset="-122"/>
                          <a:cs typeface="Arial" pitchFamily="34" charset="-120"/>
                        </a:rPr>
                        <a:t>Only one exists.</a:t>
                      </a:r>
                      <a:endParaRPr lang="en-US" sz="1600" dirty="0">
                        <a:latin typeface="Arial" charset="0"/>
                        <a:ea typeface="Arial" charset="0"/>
                        <a:cs typeface="Arial" charset="0"/>
                      </a:endParaRPr>
                    </a:p>
                  </a:txBody>
                  <a:tcPr marL="121920" marR="121920" marT="71120" marB="71120" anchor="ctr">
                    <a:lnL w="0" cap="flat" cmpd="sng" algn="ctr">
                      <a:noFill/>
                    </a:lnL>
                    <a:lnR w="0" cap="flat" cmpd="sng" algn="ctr">
                      <a:noFill/>
                    </a:lnR>
                    <a:lnT w="0" cap="flat" cmpd="sng" algn="ctr">
                      <a:noFill/>
                    </a:lnT>
                    <a:lnB w="6350" cap="flat" cmpd="sng" algn="ctr">
                      <a:solidFill>
                        <a:srgbClr val="DFDEDB"/>
                      </a:solidFill>
                      <a:prstDash val="solid"/>
                      <a:round/>
                      <a:headEnd type="none" w="med" len="med"/>
                      <a:tailEnd type="none" w="med" len="med"/>
                    </a:lnB>
                    <a:solidFill>
                      <a:srgbClr val="F3EEE4"/>
                    </a:solidFill>
                  </a:tcPr>
                </a:tc>
              </a:tr>
              <a:tr h="383408">
                <a:tc>
                  <a:txBody>
                    <a:bodyPr/>
                    <a:lstStyle/>
                    <a:p>
                      <a:pPr indent="0" marL="0">
                        <a:lnSpc>
                          <a:spcPts val="1920"/>
                        </a:lnSpc>
                        <a:buNone/>
                      </a:pPr>
                      <a:r>
                        <a:rPr lang="en-US" sz="1600" dirty="0">
                          <a:solidFill>
                            <a:srgbClr val="A33A3A"/>
                          </a:solidFill>
                          <a:latin typeface="Arial" pitchFamily="34" charset="0"/>
                          <a:ea typeface="Arial" pitchFamily="34" charset="-122"/>
                          <a:cs typeface="Arial" pitchFamily="34" charset="-120"/>
                        </a:rPr>
                        <a:t>I play the football.</a:t>
                      </a:r>
                      <a:endParaRPr lang="en-US" sz="1600" dirty="0">
                        <a:latin typeface="Arial" charset="0"/>
                        <a:ea typeface="Arial" charset="0"/>
                        <a:cs typeface="Arial" charset="0"/>
                      </a:endParaRPr>
                    </a:p>
                  </a:txBody>
                  <a:tcPr marL="121920" marR="121920" marT="71120" marB="71120" anchor="ctr">
                    <a:lnL w="0" cap="flat" cmpd="sng" algn="ctr">
                      <a:noFill/>
                    </a:lnL>
                    <a:lnR w="0" cap="flat" cmpd="sng" algn="ctr">
                      <a:noFill/>
                    </a:lnR>
                    <a:lnT w="0" cap="flat" cmpd="sng" algn="ctr">
                      <a:noFill/>
                    </a:lnT>
                    <a:lnB w="6350" cap="flat" cmpd="sng" algn="ctr">
                      <a:solidFill>
                        <a:srgbClr val="DFDEDB"/>
                      </a:solidFill>
                      <a:prstDash val="solid"/>
                      <a:round/>
                      <a:headEnd type="none" w="med" len="med"/>
                      <a:tailEnd type="none" w="med" len="med"/>
                    </a:lnB>
                    <a:solidFill>
                      <a:srgbClr val="FFFDF9"/>
                    </a:solidFill>
                  </a:tcPr>
                </a:tc>
                <a:tc>
                  <a:txBody>
                    <a:bodyPr/>
                    <a:lstStyle/>
                    <a:p>
                      <a:pPr indent="0" marL="0">
                        <a:lnSpc>
                          <a:spcPts val="1920"/>
                        </a:lnSpc>
                        <a:buNone/>
                      </a:pPr>
                      <a:r>
                        <a:rPr lang="en-US" sz="1600" dirty="0">
                          <a:solidFill>
                            <a:srgbClr val="1F6B4A"/>
                          </a:solidFill>
                          <a:latin typeface="Arial" pitchFamily="34" charset="0"/>
                          <a:ea typeface="Arial" pitchFamily="34" charset="-122"/>
                          <a:cs typeface="Arial" pitchFamily="34" charset="-120"/>
                        </a:rPr>
                        <a:t>I play football.</a:t>
                      </a:r>
                      <a:endParaRPr lang="en-US" sz="1600" dirty="0">
                        <a:latin typeface="Arial" charset="0"/>
                        <a:ea typeface="Arial" charset="0"/>
                        <a:cs typeface="Arial" charset="0"/>
                      </a:endParaRPr>
                    </a:p>
                  </a:txBody>
                  <a:tcPr marL="121920" marR="121920" marT="71120" marB="71120" anchor="ctr">
                    <a:lnL w="0" cap="flat" cmpd="sng" algn="ctr">
                      <a:noFill/>
                    </a:lnL>
                    <a:lnR w="0" cap="flat" cmpd="sng" algn="ctr">
                      <a:noFill/>
                    </a:lnR>
                    <a:lnT w="0" cap="flat" cmpd="sng" algn="ctr">
                      <a:noFill/>
                    </a:lnT>
                    <a:lnB w="6350" cap="flat" cmpd="sng" algn="ctr">
                      <a:solidFill>
                        <a:srgbClr val="DFDEDB"/>
                      </a:solidFill>
                      <a:prstDash val="solid"/>
                      <a:round/>
                      <a:headEnd type="none" w="med" len="med"/>
                      <a:tailEnd type="none" w="med" len="med"/>
                    </a:lnB>
                    <a:solidFill>
                      <a:srgbClr val="FFFDF9"/>
                    </a:solidFill>
                  </a:tcPr>
                </a:tc>
                <a:tc>
                  <a:txBody>
                    <a:bodyPr/>
                    <a:lstStyle/>
                    <a:p>
                      <a:pPr indent="0" marL="0">
                        <a:lnSpc>
                          <a:spcPts val="1920"/>
                        </a:lnSpc>
                        <a:buNone/>
                      </a:pPr>
                      <a:r>
                        <a:rPr lang="en-US" sz="1600" dirty="0">
                          <a:solidFill>
                            <a:srgbClr val="15233F"/>
                          </a:solidFill>
                          <a:latin typeface="Arial" pitchFamily="34" charset="0"/>
                          <a:ea typeface="Arial" pitchFamily="34" charset="-122"/>
                          <a:cs typeface="Arial" pitchFamily="34" charset="-120"/>
                        </a:rPr>
                        <a:t>Sports: Ø.</a:t>
                      </a:r>
                      <a:endParaRPr lang="en-US" sz="1600" dirty="0">
                        <a:latin typeface="Arial" charset="0"/>
                        <a:ea typeface="Arial" charset="0"/>
                        <a:cs typeface="Arial" charset="0"/>
                      </a:endParaRPr>
                    </a:p>
                  </a:txBody>
                  <a:tcPr marL="121920" marR="121920" marT="71120" marB="71120" anchor="ctr">
                    <a:lnL w="0" cap="flat" cmpd="sng" algn="ctr">
                      <a:noFill/>
                    </a:lnL>
                    <a:lnR w="0" cap="flat" cmpd="sng" algn="ctr">
                      <a:noFill/>
                    </a:lnR>
                    <a:lnT w="0" cap="flat" cmpd="sng" algn="ctr">
                      <a:noFill/>
                    </a:lnT>
                    <a:lnB w="6350" cap="flat" cmpd="sng" algn="ctr">
                      <a:solidFill>
                        <a:srgbClr val="DFDEDB"/>
                      </a:solidFill>
                      <a:prstDash val="solid"/>
                      <a:round/>
                      <a:headEnd type="none" w="med" len="med"/>
                      <a:tailEnd type="none" w="med" len="med"/>
                    </a:lnB>
                    <a:solidFill>
                      <a:srgbClr val="FFFDF9"/>
                    </a:solidFill>
                  </a:tcPr>
                </a:tc>
              </a:tr>
              <a:tr h="383408">
                <a:tc>
                  <a:txBody>
                    <a:bodyPr/>
                    <a:lstStyle/>
                    <a:p>
                      <a:pPr indent="0" marL="0">
                        <a:lnSpc>
                          <a:spcPts val="1920"/>
                        </a:lnSpc>
                        <a:buNone/>
                      </a:pPr>
                      <a:r>
                        <a:rPr lang="en-US" sz="1600" dirty="0">
                          <a:solidFill>
                            <a:srgbClr val="A33A3A"/>
                          </a:solidFill>
                          <a:latin typeface="Arial" pitchFamily="34" charset="0"/>
                          <a:ea typeface="Arial" pitchFamily="34" charset="-122"/>
                          <a:cs typeface="Arial" pitchFamily="34" charset="-120"/>
                        </a:rPr>
                        <a:t>Give me an advice.</a:t>
                      </a:r>
                      <a:endParaRPr lang="en-US" sz="1600" dirty="0">
                        <a:latin typeface="Arial" charset="0"/>
                        <a:ea typeface="Arial" charset="0"/>
                        <a:cs typeface="Arial" charset="0"/>
                      </a:endParaRPr>
                    </a:p>
                  </a:txBody>
                  <a:tcPr marL="121920" marR="121920" marT="71120" marB="71120" anchor="ctr">
                    <a:lnL w="0" cap="flat" cmpd="sng" algn="ctr">
                      <a:noFill/>
                    </a:lnL>
                    <a:lnR w="0" cap="flat" cmpd="sng" algn="ctr">
                      <a:noFill/>
                    </a:lnR>
                    <a:lnT w="0" cap="flat" cmpd="sng" algn="ctr">
                      <a:noFill/>
                    </a:lnT>
                    <a:lnB w="6350" cap="flat" cmpd="sng" algn="ctr">
                      <a:solidFill>
                        <a:srgbClr val="DFDEDB"/>
                      </a:solidFill>
                      <a:prstDash val="solid"/>
                      <a:round/>
                      <a:headEnd type="none" w="med" len="med"/>
                      <a:tailEnd type="none" w="med" len="med"/>
                    </a:lnB>
                    <a:solidFill>
                      <a:srgbClr val="F3EEE4"/>
                    </a:solidFill>
                  </a:tcPr>
                </a:tc>
                <a:tc>
                  <a:txBody>
                    <a:bodyPr/>
                    <a:lstStyle/>
                    <a:p>
                      <a:pPr indent="0" marL="0">
                        <a:lnSpc>
                          <a:spcPts val="1920"/>
                        </a:lnSpc>
                        <a:buNone/>
                      </a:pPr>
                      <a:r>
                        <a:rPr lang="en-US" sz="1600" dirty="0">
                          <a:solidFill>
                            <a:srgbClr val="1F6B4A"/>
                          </a:solidFill>
                          <a:latin typeface="Arial" pitchFamily="34" charset="0"/>
                          <a:ea typeface="Arial" pitchFamily="34" charset="-122"/>
                          <a:cs typeface="Arial" pitchFamily="34" charset="-120"/>
                        </a:rPr>
                        <a:t>Give me some advice.</a:t>
                      </a:r>
                      <a:endParaRPr lang="en-US" sz="1600" dirty="0">
                        <a:latin typeface="Arial" charset="0"/>
                        <a:ea typeface="Arial" charset="0"/>
                        <a:cs typeface="Arial" charset="0"/>
                      </a:endParaRPr>
                    </a:p>
                  </a:txBody>
                  <a:tcPr marL="121920" marR="121920" marT="71120" marB="71120" anchor="ctr">
                    <a:lnL w="0" cap="flat" cmpd="sng" algn="ctr">
                      <a:noFill/>
                    </a:lnL>
                    <a:lnR w="0" cap="flat" cmpd="sng" algn="ctr">
                      <a:noFill/>
                    </a:lnR>
                    <a:lnT w="0" cap="flat" cmpd="sng" algn="ctr">
                      <a:noFill/>
                    </a:lnT>
                    <a:lnB w="6350" cap="flat" cmpd="sng" algn="ctr">
                      <a:solidFill>
                        <a:srgbClr val="DFDEDB"/>
                      </a:solidFill>
                      <a:prstDash val="solid"/>
                      <a:round/>
                      <a:headEnd type="none" w="med" len="med"/>
                      <a:tailEnd type="none" w="med" len="med"/>
                    </a:lnB>
                    <a:solidFill>
                      <a:srgbClr val="F3EEE4"/>
                    </a:solidFill>
                  </a:tcPr>
                </a:tc>
                <a:tc>
                  <a:txBody>
                    <a:bodyPr/>
                    <a:lstStyle/>
                    <a:p>
                      <a:pPr indent="0" marL="0">
                        <a:lnSpc>
                          <a:spcPts val="1920"/>
                        </a:lnSpc>
                        <a:buNone/>
                      </a:pPr>
                      <a:r>
                        <a:rPr lang="en-US" sz="1600" dirty="0">
                          <a:solidFill>
                            <a:srgbClr val="15233F"/>
                          </a:solidFill>
                          <a:latin typeface="Arial" pitchFamily="34" charset="0"/>
                          <a:ea typeface="Arial" pitchFamily="34" charset="-122"/>
                          <a:cs typeface="Arial" pitchFamily="34" charset="-120"/>
                        </a:rPr>
                        <a:t>Advice is uncountable.</a:t>
                      </a:r>
                      <a:endParaRPr lang="en-US" sz="1600" dirty="0">
                        <a:latin typeface="Arial" charset="0"/>
                        <a:ea typeface="Arial" charset="0"/>
                        <a:cs typeface="Arial" charset="0"/>
                      </a:endParaRPr>
                    </a:p>
                  </a:txBody>
                  <a:tcPr marL="121920" marR="121920" marT="71120" marB="71120" anchor="ctr">
                    <a:lnL w="0" cap="flat" cmpd="sng" algn="ctr">
                      <a:noFill/>
                    </a:lnL>
                    <a:lnR w="0" cap="flat" cmpd="sng" algn="ctr">
                      <a:noFill/>
                    </a:lnR>
                    <a:lnT w="0" cap="flat" cmpd="sng" algn="ctr">
                      <a:noFill/>
                    </a:lnT>
                    <a:lnB w="6350" cap="flat" cmpd="sng" algn="ctr">
                      <a:solidFill>
                        <a:srgbClr val="DFDEDB"/>
                      </a:solidFill>
                      <a:prstDash val="solid"/>
                      <a:round/>
                      <a:headEnd type="none" w="med" len="med"/>
                      <a:tailEnd type="none" w="med" len="med"/>
                    </a:lnB>
                    <a:solidFill>
                      <a:srgbClr val="F3EEE4"/>
                    </a:solidFill>
                  </a:tcPr>
                </a:tc>
              </a:tr>
              <a:tr h="377007">
                <a:tc>
                  <a:txBody>
                    <a:bodyPr/>
                    <a:lstStyle/>
                    <a:p>
                      <a:pPr indent="0" marL="0">
                        <a:lnSpc>
                          <a:spcPts val="1920"/>
                        </a:lnSpc>
                        <a:buNone/>
                      </a:pPr>
                      <a:r>
                        <a:rPr lang="en-US" sz="1600" dirty="0">
                          <a:solidFill>
                            <a:srgbClr val="A33A3A"/>
                          </a:solidFill>
                          <a:latin typeface="Arial" pitchFamily="34" charset="0"/>
                          <a:ea typeface="Arial" pitchFamily="34" charset="-122"/>
                          <a:cs typeface="Arial" pitchFamily="34" charset="-120"/>
                        </a:rPr>
                        <a:t>He is a best student.</a:t>
                      </a:r>
                      <a:endParaRPr lang="en-US" sz="1600" dirty="0">
                        <a:latin typeface="Arial" charset="0"/>
                        <a:ea typeface="Arial" charset="0"/>
                        <a:cs typeface="Arial" charset="0"/>
                      </a:endParaRPr>
                    </a:p>
                  </a:txBody>
                  <a:tcPr marL="121920" marR="121920" marT="71120" marB="71120" anchor="ctr">
                    <a:lnL w="0" cap="flat" cmpd="sng" algn="ctr">
                      <a:noFill/>
                    </a:lnL>
                    <a:lnR w="0" cap="flat" cmpd="sng" algn="ctr">
                      <a:noFill/>
                    </a:lnR>
                    <a:lnT w="0" cap="flat" cmpd="sng" algn="ctr">
                      <a:noFill/>
                    </a:lnT>
                    <a:lnB w="0" cap="flat" cmpd="sng" algn="ctr">
                      <a:noFill/>
                    </a:lnB>
                    <a:solidFill>
                      <a:srgbClr val="FFFDF9"/>
                    </a:solidFill>
                  </a:tcPr>
                </a:tc>
                <a:tc>
                  <a:txBody>
                    <a:bodyPr/>
                    <a:lstStyle/>
                    <a:p>
                      <a:pPr indent="0" marL="0">
                        <a:lnSpc>
                          <a:spcPts val="1920"/>
                        </a:lnSpc>
                        <a:buNone/>
                      </a:pPr>
                      <a:r>
                        <a:rPr lang="en-US" sz="1600" dirty="0">
                          <a:solidFill>
                            <a:srgbClr val="1F6B4A"/>
                          </a:solidFill>
                          <a:latin typeface="Arial" pitchFamily="34" charset="0"/>
                          <a:ea typeface="Arial" pitchFamily="34" charset="-122"/>
                          <a:cs typeface="Arial" pitchFamily="34" charset="-120"/>
                        </a:rPr>
                        <a:t>He is the best student.</a:t>
                      </a:r>
                      <a:endParaRPr lang="en-US" sz="1600" dirty="0">
                        <a:latin typeface="Arial" charset="0"/>
                        <a:ea typeface="Arial" charset="0"/>
                        <a:cs typeface="Arial" charset="0"/>
                      </a:endParaRPr>
                    </a:p>
                  </a:txBody>
                  <a:tcPr marL="121920" marR="121920" marT="71120" marB="71120" anchor="ctr">
                    <a:lnL w="0" cap="flat" cmpd="sng" algn="ctr">
                      <a:noFill/>
                    </a:lnL>
                    <a:lnR w="0" cap="flat" cmpd="sng" algn="ctr">
                      <a:noFill/>
                    </a:lnR>
                    <a:lnT w="0" cap="flat" cmpd="sng" algn="ctr">
                      <a:noFill/>
                    </a:lnT>
                    <a:lnB w="0" cap="flat" cmpd="sng" algn="ctr">
                      <a:noFill/>
                    </a:lnB>
                    <a:solidFill>
                      <a:srgbClr val="FFFDF9"/>
                    </a:solidFill>
                  </a:tcPr>
                </a:tc>
                <a:tc>
                  <a:txBody>
                    <a:bodyPr/>
                    <a:lstStyle/>
                    <a:p>
                      <a:pPr indent="0" marL="0">
                        <a:lnSpc>
                          <a:spcPts val="1920"/>
                        </a:lnSpc>
                        <a:buNone/>
                      </a:pPr>
                      <a:r>
                        <a:rPr lang="en-US" sz="1600" dirty="0">
                          <a:solidFill>
                            <a:srgbClr val="15233F"/>
                          </a:solidFill>
                          <a:latin typeface="Arial" pitchFamily="34" charset="0"/>
                          <a:ea typeface="Arial" pitchFamily="34" charset="-122"/>
                          <a:cs typeface="Arial" pitchFamily="34" charset="-120"/>
                        </a:rPr>
                        <a:t>Superlatives take the.</a:t>
                      </a:r>
                      <a:endParaRPr lang="en-US" sz="1600" dirty="0">
                        <a:latin typeface="Arial" charset="0"/>
                        <a:ea typeface="Arial" charset="0"/>
                        <a:cs typeface="Arial" charset="0"/>
                      </a:endParaRPr>
                    </a:p>
                  </a:txBody>
                  <a:tcPr marL="121920" marR="121920" marT="71120" marB="71120" anchor="ctr">
                    <a:lnL w="0" cap="flat" cmpd="sng" algn="ctr">
                      <a:noFill/>
                    </a:lnL>
                    <a:lnR w="0" cap="flat" cmpd="sng" algn="ctr">
                      <a:noFill/>
                    </a:lnR>
                    <a:lnT w="0" cap="flat" cmpd="sng" algn="ctr">
                      <a:noFill/>
                    </a:lnT>
                    <a:lnB w="0" cap="flat" cmpd="sng" algn="ctr">
                      <a:noFill/>
                    </a:lnB>
                    <a:solidFill>
                      <a:srgbClr val="FFFDF9"/>
                    </a:solidFill>
                  </a:tcPr>
                </a:tc>
              </a:tr>
            </a:tbl>
          </a:graphicData>
        </a:graphic>
      </p:graphicFrame>
      <p:sp>
        <p:nvSpPr>
          <p:cNvPr id="7" name="Shape 4"/>
          <p:cNvSpPr/>
          <p:nvPr/>
        </p:nvSpPr>
        <p:spPr>
          <a:xfrm>
            <a:off x="812810" y="2163928"/>
            <a:ext cx="10566441" cy="3086100"/>
          </a:xfrm>
          <a:prstGeom prst="rect">
            <a:avLst/>
          </a:prstGeom>
          <a:ln w="12700">
            <a:solidFill>
              <a:srgbClr val="E6DFD0"/>
            </a:solidFill>
            <a:prstDash val="solid"/>
          </a:ln>
        </p:spPr>
      </p:sp>
      <p:sp>
        <p:nvSpPr>
          <p:cNvPr id="8" name="Text 5"/>
          <p:cNvSpPr txBox="1"/>
          <p:nvPr/>
        </p:nvSpPr>
        <p:spPr>
          <a:xfrm>
            <a:off x="812810" y="6223041"/>
            <a:ext cx="7810530" cy="228600"/>
          </a:xfrm>
          <a:prstGeom prst="rect">
            <a:avLst/>
          </a:prstGeom>
          <a:noFill/>
          <a:ln/>
        </p:spPr>
        <p:txBody>
          <a:bodyPr wrap="square" lIns="0" tIns="0" rIns="0" bIns="0" rtlCol="0" anchor="t"/>
          <a:lstStyle/>
          <a:p>
            <a:pPr algn="l" indent="0" marL="0">
              <a:lnSpc>
                <a:spcPts val="1680"/>
              </a:lnSpc>
              <a:buNone/>
            </a:pPr>
            <a:r>
              <a:rPr lang="en-US" sz="1200" dirty="0">
                <a:solidFill>
                  <a:srgbClr val="636B78"/>
                </a:solidFill>
                <a:latin typeface="Arial" pitchFamily="34" charset="0"/>
                <a:ea typeface="Arial" pitchFamily="34" charset="-122"/>
                <a:cs typeface="Arial" pitchFamily="34" charset="-120"/>
              </a:rPr>
              <a:t>English Articles · A, An &amp; The</a:t>
            </a:r>
            <a:endParaRPr lang="en-US" sz="1200" dirty="0"/>
          </a:p>
        </p:txBody>
      </p:sp>
      <p:sp>
        <p:nvSpPr>
          <p:cNvPr id="9" name="Text 6"/>
          <p:cNvSpPr txBox="1"/>
          <p:nvPr/>
        </p:nvSpPr>
        <p:spPr>
          <a:xfrm>
            <a:off x="10045690" y="6223041"/>
            <a:ext cx="1333470" cy="228600"/>
          </a:xfrm>
          <a:prstGeom prst="rect">
            <a:avLst/>
          </a:prstGeom>
          <a:noFill/>
          <a:ln/>
        </p:spPr>
        <p:txBody>
          <a:bodyPr wrap="square" lIns="0" tIns="0" rIns="0" bIns="0" rtlCol="0" anchor="t"/>
          <a:lstStyle/>
          <a:p>
            <a:pPr algn="r" indent="0" marL="0">
              <a:lnSpc>
                <a:spcPts val="1680"/>
              </a:lnSpc>
              <a:buNone/>
            </a:pPr>
            <a:r>
              <a:rPr lang="en-US" sz="1200" dirty="0">
                <a:solidFill>
                  <a:srgbClr val="636B78"/>
                </a:solidFill>
                <a:latin typeface="Arial" pitchFamily="34" charset="0"/>
                <a:ea typeface="Arial" pitchFamily="34" charset="-122"/>
                <a:cs typeface="Arial" pitchFamily="34" charset="-120"/>
              </a:rPr>
              <a:t>17</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F7F0"/>
        </a:solidFill>
      </p:bgPr>
    </p:bg>
    <p:spTree>
      <p:nvGrpSpPr>
        <p:cNvPr id="1" name=""/>
        <p:cNvGrpSpPr/>
        <p:nvPr/>
      </p:nvGrpSpPr>
      <p:grpSpPr>
        <a:xfrm>
          <a:off x="0" y="0"/>
          <a:ext cx="0" cy="0"/>
          <a:chOff x="0" y="0"/>
          <a:chExt cx="0" cy="0"/>
        </a:xfrm>
      </p:grpSpPr>
      <p:sp>
        <p:nvSpPr>
          <p:cNvPr id="2" name="Text 0"/>
          <p:cNvSpPr txBox="1"/>
          <p:nvPr/>
        </p:nvSpPr>
        <p:spPr>
          <a:xfrm>
            <a:off x="812810" y="797540"/>
            <a:ext cx="10815798" cy="228600"/>
          </a:xfrm>
          <a:prstGeom prst="rect">
            <a:avLst/>
          </a:prstGeom>
          <a:noFill/>
          <a:ln/>
        </p:spPr>
        <p:txBody>
          <a:bodyPr wrap="square" lIns="0" tIns="0" rIns="0" bIns="0" rtlCol="0" anchor="t"/>
          <a:lstStyle/>
          <a:p>
            <a:pPr algn="l" indent="0" marL="0">
              <a:lnSpc>
                <a:spcPts val="1680"/>
              </a:lnSpc>
              <a:buNone/>
            </a:pPr>
            <a:r>
              <a:rPr lang="en-US" sz="1200" b="1" spc="150" kern="0" dirty="0">
                <a:solidFill>
                  <a:srgbClr val="636B78"/>
                </a:solidFill>
                <a:latin typeface="Arial" pitchFamily="34" charset="0"/>
                <a:ea typeface="Arial" pitchFamily="34" charset="-122"/>
                <a:cs typeface="Arial" pitchFamily="34" charset="-120"/>
              </a:rPr>
              <a:t>06 · PUTTING IT TOGETHER</a:t>
            </a:r>
            <a:endParaRPr lang="en-US" sz="1200" dirty="0"/>
          </a:p>
        </p:txBody>
      </p:sp>
      <p:sp>
        <p:nvSpPr>
          <p:cNvPr id="3" name="Text 1"/>
          <p:cNvSpPr txBox="1"/>
          <p:nvPr/>
        </p:nvSpPr>
        <p:spPr>
          <a:xfrm>
            <a:off x="812810" y="1102309"/>
            <a:ext cx="10815798" cy="446959"/>
          </a:xfrm>
          <a:prstGeom prst="rect">
            <a:avLst/>
          </a:prstGeom>
          <a:noFill/>
          <a:ln/>
        </p:spPr>
        <p:txBody>
          <a:bodyPr wrap="square" lIns="0" tIns="0" rIns="0" bIns="0" rtlCol="0" anchor="t"/>
          <a:lstStyle/>
          <a:p>
            <a:pPr algn="l" indent="0" marL="0">
              <a:lnSpc>
                <a:spcPts val="3520"/>
              </a:lnSpc>
              <a:buNone/>
            </a:pPr>
            <a:r>
              <a:rPr lang="en-US" sz="3200" b="1" dirty="0">
                <a:solidFill>
                  <a:srgbClr val="15233F"/>
                </a:solidFill>
                <a:latin typeface="Arial" pitchFamily="34" charset="0"/>
                <a:ea typeface="Arial" pitchFamily="34" charset="-122"/>
                <a:cs typeface="Arial" pitchFamily="34" charset="-120"/>
              </a:rPr>
              <a:t>See all three in a real story</a:t>
            </a:r>
            <a:endParaRPr lang="en-US" sz="3200" dirty="0"/>
          </a:p>
        </p:txBody>
      </p:sp>
      <p:sp>
        <p:nvSpPr>
          <p:cNvPr id="4" name="Shape 2"/>
          <p:cNvSpPr/>
          <p:nvPr/>
        </p:nvSpPr>
        <p:spPr>
          <a:xfrm>
            <a:off x="812810" y="1752539"/>
            <a:ext cx="10566441" cy="1574780"/>
          </a:xfrm>
          <a:prstGeom prst="roundRect">
            <a:avLst>
              <a:gd name="adj" fmla="val 8065"/>
            </a:avLst>
          </a:prstGeom>
          <a:solidFill>
            <a:srgbClr val="FFFDF9"/>
          </a:solidFill>
          <a:ln w="12700">
            <a:solidFill>
              <a:srgbClr val="E6DFD0"/>
            </a:solidFill>
            <a:prstDash val="solid"/>
          </a:ln>
        </p:spPr>
      </p:sp>
      <p:sp>
        <p:nvSpPr>
          <p:cNvPr id="5" name="Text 3"/>
          <p:cNvSpPr txBox="1"/>
          <p:nvPr/>
        </p:nvSpPr>
        <p:spPr>
          <a:xfrm>
            <a:off x="1130290" y="1930298"/>
            <a:ext cx="10168128" cy="1181130"/>
          </a:xfrm>
          <a:prstGeom prst="rect">
            <a:avLst/>
          </a:prstGeom>
          <a:noFill/>
          <a:ln/>
        </p:spPr>
        <p:txBody>
          <a:bodyPr wrap="square" lIns="0" tIns="0" rIns="0" bIns="0" rtlCol="0" anchor="t"/>
          <a:lstStyle/>
          <a:p>
            <a:pPr algn="l" indent="0" marL="0">
              <a:lnSpc>
                <a:spcPts val="3000"/>
              </a:lnSpc>
              <a:buNone/>
            </a:pPr>
            <a:r>
              <a:rPr lang="en-US" sz="2000" dirty="0">
                <a:solidFill>
                  <a:srgbClr val="15233F"/>
                </a:solidFill>
                <a:latin typeface="Arial" pitchFamily="34" charset="0"/>
                <a:ea typeface="Arial" pitchFamily="34" charset="-122"/>
                <a:cs typeface="Arial" pitchFamily="34" charset="-120"/>
              </a:rPr>
              <a:t>Yesterday I bought </a:t>
            </a:r>
            <a:pPr algn="l" indent="0" marL="0">
              <a:lnSpc>
                <a:spcPts val="3000"/>
              </a:lnSpc>
              <a:buNone/>
            </a:pPr>
            <a:r>
              <a:rPr lang="en-US" sz="2000" b="1" dirty="0">
                <a:solidFill>
                  <a:srgbClr val="2A5BC4"/>
                </a:solidFill>
                <a:latin typeface="Arial" pitchFamily="34" charset="0"/>
                <a:ea typeface="Arial" pitchFamily="34" charset="-122"/>
                <a:cs typeface="Arial" pitchFamily="34" charset="-120"/>
              </a:rPr>
              <a:t>a</a:t>
            </a:r>
            <a:pPr algn="l" indent="0" marL="0">
              <a:lnSpc>
                <a:spcPts val="3000"/>
              </a:lnSpc>
              <a:buNone/>
            </a:pPr>
            <a:r>
              <a:rPr lang="en-US" sz="2000" dirty="0">
                <a:solidFill>
                  <a:srgbClr val="15233F"/>
                </a:solidFill>
                <a:latin typeface="Arial" pitchFamily="34" charset="0"/>
                <a:ea typeface="Arial" pitchFamily="34" charset="-122"/>
                <a:cs typeface="Arial" pitchFamily="34" charset="-120"/>
              </a:rPr>
              <a:t> new phone and </a:t>
            </a:r>
            <a:pPr algn="l" indent="0" marL="0">
              <a:lnSpc>
                <a:spcPts val="3000"/>
              </a:lnSpc>
              <a:buNone/>
            </a:pPr>
            <a:r>
              <a:rPr lang="en-US" sz="2000" b="1" dirty="0">
                <a:solidFill>
                  <a:srgbClr val="2A5BC4"/>
                </a:solidFill>
                <a:latin typeface="Arial" pitchFamily="34" charset="0"/>
                <a:ea typeface="Arial" pitchFamily="34" charset="-122"/>
                <a:cs typeface="Arial" pitchFamily="34" charset="-120"/>
              </a:rPr>
              <a:t>an</a:t>
            </a:r>
            <a:pPr algn="l" indent="0" marL="0">
              <a:lnSpc>
                <a:spcPts val="3000"/>
              </a:lnSpc>
              <a:buNone/>
            </a:pPr>
            <a:r>
              <a:rPr lang="en-US" sz="2000" dirty="0">
                <a:solidFill>
                  <a:srgbClr val="15233F"/>
                </a:solidFill>
                <a:latin typeface="Arial" pitchFamily="34" charset="0"/>
                <a:ea typeface="Arial" pitchFamily="34" charset="-122"/>
                <a:cs typeface="Arial" pitchFamily="34" charset="-120"/>
              </a:rPr>
              <a:t> umbrella. </a:t>
            </a:r>
            <a:pPr algn="l" indent="0" marL="0">
              <a:lnSpc>
                <a:spcPts val="3000"/>
              </a:lnSpc>
              <a:buNone/>
            </a:pPr>
            <a:r>
              <a:rPr lang="en-US" sz="2000" b="1" dirty="0">
                <a:solidFill>
                  <a:srgbClr val="A2470F"/>
                </a:solidFill>
                <a:latin typeface="Arial" pitchFamily="34" charset="0"/>
                <a:ea typeface="Arial" pitchFamily="34" charset="-122"/>
                <a:cs typeface="Arial" pitchFamily="34" charset="-120"/>
              </a:rPr>
              <a:t>The</a:t>
            </a:r>
            <a:pPr algn="l" indent="0" marL="0">
              <a:lnSpc>
                <a:spcPts val="3000"/>
              </a:lnSpc>
              <a:buNone/>
            </a:pPr>
            <a:r>
              <a:rPr lang="en-US" sz="2000" dirty="0">
                <a:solidFill>
                  <a:srgbClr val="15233F"/>
                </a:solidFill>
                <a:latin typeface="Arial" pitchFamily="34" charset="0"/>
                <a:ea typeface="Arial" pitchFamily="34" charset="-122"/>
                <a:cs typeface="Arial" pitchFamily="34" charset="-120"/>
              </a:rPr>
              <a:t> phone is great, but </a:t>
            </a:r>
            <a:pPr algn="l" indent="0" marL="0">
              <a:lnSpc>
                <a:spcPts val="3000"/>
              </a:lnSpc>
              <a:buNone/>
            </a:pPr>
            <a:r>
              <a:rPr lang="en-US" sz="2000" b="1" dirty="0">
                <a:solidFill>
                  <a:srgbClr val="A2470F"/>
                </a:solidFill>
                <a:latin typeface="Arial" pitchFamily="34" charset="0"/>
                <a:ea typeface="Arial" pitchFamily="34" charset="-122"/>
                <a:cs typeface="Arial" pitchFamily="34" charset="-120"/>
              </a:rPr>
              <a:t>the</a:t>
            </a:r>
            <a:pPr algn="l" indent="0" marL="0">
              <a:lnSpc>
                <a:spcPts val="3000"/>
              </a:lnSpc>
              <a:buNone/>
            </a:pPr>
            <a:r>
              <a:rPr lang="en-US" sz="2000" dirty="0">
                <a:solidFill>
                  <a:srgbClr val="15233F"/>
                </a:solidFill>
                <a:latin typeface="Arial" pitchFamily="34" charset="0"/>
                <a:ea typeface="Arial" pitchFamily="34" charset="-122"/>
                <a:cs typeface="Arial" pitchFamily="34" charset="-120"/>
              </a:rPr>
              <a:t> umbrella broke on </a:t>
            </a:r>
            <a:pPr algn="l" indent="0" marL="0">
              <a:lnSpc>
                <a:spcPts val="3000"/>
              </a:lnSpc>
              <a:buNone/>
            </a:pPr>
            <a:r>
              <a:rPr lang="en-US" sz="2000" b="1" dirty="0">
                <a:solidFill>
                  <a:srgbClr val="A2470F"/>
                </a:solidFill>
                <a:latin typeface="Arial" pitchFamily="34" charset="0"/>
                <a:ea typeface="Arial" pitchFamily="34" charset="-122"/>
                <a:cs typeface="Arial" pitchFamily="34" charset="-120"/>
              </a:rPr>
              <a:t>the</a:t>
            </a:r>
            <a:pPr algn="l" indent="0" marL="0">
              <a:lnSpc>
                <a:spcPts val="3000"/>
              </a:lnSpc>
              <a:buNone/>
            </a:pPr>
            <a:r>
              <a:rPr lang="en-US" sz="2000" dirty="0">
                <a:solidFill>
                  <a:srgbClr val="15233F"/>
                </a:solidFill>
                <a:latin typeface="Arial" pitchFamily="34" charset="0"/>
                <a:ea typeface="Arial" pitchFamily="34" charset="-122"/>
                <a:cs typeface="Arial" pitchFamily="34" charset="-120"/>
              </a:rPr>
              <a:t> first day. I took it back to </a:t>
            </a:r>
            <a:pPr algn="l" indent="0" marL="0">
              <a:lnSpc>
                <a:spcPts val="3000"/>
              </a:lnSpc>
              <a:buNone/>
            </a:pPr>
            <a:r>
              <a:rPr lang="en-US" sz="2000" b="1" dirty="0">
                <a:solidFill>
                  <a:srgbClr val="A2470F"/>
                </a:solidFill>
                <a:latin typeface="Arial" pitchFamily="34" charset="0"/>
                <a:ea typeface="Arial" pitchFamily="34" charset="-122"/>
                <a:cs typeface="Arial" pitchFamily="34" charset="-120"/>
              </a:rPr>
              <a:t>the</a:t>
            </a:r>
            <a:pPr algn="l" indent="0" marL="0">
              <a:lnSpc>
                <a:spcPts val="3000"/>
              </a:lnSpc>
              <a:buNone/>
            </a:pPr>
            <a:r>
              <a:rPr lang="en-US" sz="2000" dirty="0">
                <a:solidFill>
                  <a:srgbClr val="15233F"/>
                </a:solidFill>
                <a:latin typeface="Arial" pitchFamily="34" charset="0"/>
                <a:ea typeface="Arial" pitchFamily="34" charset="-122"/>
                <a:cs typeface="Arial" pitchFamily="34" charset="-120"/>
              </a:rPr>
              <a:t> shop near my house. </a:t>
            </a:r>
            <a:pPr algn="l" indent="0" marL="0">
              <a:lnSpc>
                <a:spcPts val="3000"/>
              </a:lnSpc>
              <a:buNone/>
            </a:pPr>
            <a:r>
              <a:rPr lang="en-US" sz="2000" b="1" dirty="0">
                <a:solidFill>
                  <a:srgbClr val="A2470F"/>
                </a:solidFill>
                <a:latin typeface="Arial" pitchFamily="34" charset="0"/>
                <a:ea typeface="Arial" pitchFamily="34" charset="-122"/>
                <a:cs typeface="Arial" pitchFamily="34" charset="-120"/>
              </a:rPr>
              <a:t>The</a:t>
            </a:r>
            <a:pPr algn="l" indent="0" marL="0">
              <a:lnSpc>
                <a:spcPts val="3000"/>
              </a:lnSpc>
              <a:buNone/>
            </a:pPr>
            <a:r>
              <a:rPr lang="en-US" sz="2000" dirty="0">
                <a:solidFill>
                  <a:srgbClr val="15233F"/>
                </a:solidFill>
                <a:latin typeface="Arial" pitchFamily="34" charset="0"/>
                <a:ea typeface="Arial" pitchFamily="34" charset="-122"/>
                <a:cs typeface="Arial" pitchFamily="34" charset="-120"/>
              </a:rPr>
              <a:t> manager was very kind and gave me </a:t>
            </a:r>
            <a:pPr algn="l" indent="0" marL="0">
              <a:lnSpc>
                <a:spcPts val="3000"/>
              </a:lnSpc>
              <a:buNone/>
            </a:pPr>
            <a:r>
              <a:rPr lang="en-US" sz="2000" b="1" dirty="0">
                <a:solidFill>
                  <a:srgbClr val="2A5BC4"/>
                </a:solidFill>
                <a:latin typeface="Arial" pitchFamily="34" charset="0"/>
                <a:ea typeface="Arial" pitchFamily="34" charset="-122"/>
                <a:cs typeface="Arial" pitchFamily="34" charset="-120"/>
              </a:rPr>
              <a:t>a</a:t>
            </a:r>
            <a:pPr algn="l" indent="0" marL="0">
              <a:lnSpc>
                <a:spcPts val="3000"/>
              </a:lnSpc>
              <a:buNone/>
            </a:pPr>
            <a:r>
              <a:rPr lang="en-US" sz="2000" dirty="0">
                <a:solidFill>
                  <a:srgbClr val="15233F"/>
                </a:solidFill>
                <a:latin typeface="Arial" pitchFamily="34" charset="0"/>
                <a:ea typeface="Arial" pitchFamily="34" charset="-122"/>
                <a:cs typeface="Arial" pitchFamily="34" charset="-120"/>
              </a:rPr>
              <a:t> new one. </a:t>
            </a:r>
            <a:pPr algn="l" indent="0" marL="0">
              <a:lnSpc>
                <a:spcPts val="3000"/>
              </a:lnSpc>
              <a:buNone/>
            </a:pPr>
            <a:r>
              <a:rPr lang="en-US" sz="2000" b="1" dirty="0">
                <a:solidFill>
                  <a:srgbClr val="5E6675"/>
                </a:solidFill>
                <a:latin typeface="Arial" pitchFamily="34" charset="0"/>
                <a:ea typeface="Arial" pitchFamily="34" charset="-122"/>
                <a:cs typeface="Arial" pitchFamily="34" charset="-120"/>
              </a:rPr>
              <a:t>Ø</a:t>
            </a:r>
            <a:pPr algn="l" indent="0" marL="0">
              <a:lnSpc>
                <a:spcPts val="3000"/>
              </a:lnSpc>
              <a:buNone/>
            </a:pPr>
            <a:r>
              <a:rPr lang="en-US" sz="2000" dirty="0">
                <a:solidFill>
                  <a:srgbClr val="15233F"/>
                </a:solidFill>
                <a:latin typeface="Arial" pitchFamily="34" charset="0"/>
                <a:ea typeface="Arial" pitchFamily="34" charset="-122"/>
                <a:cs typeface="Arial" pitchFamily="34" charset="-120"/>
              </a:rPr>
              <a:t> Good service is rare!</a:t>
            </a:r>
            <a:endParaRPr lang="en-US" sz="2000" dirty="0"/>
          </a:p>
        </p:txBody>
      </p:sp>
      <p:sp>
        <p:nvSpPr>
          <p:cNvPr id="6" name="Shape 4"/>
          <p:cNvSpPr/>
          <p:nvPr/>
        </p:nvSpPr>
        <p:spPr>
          <a:xfrm>
            <a:off x="812810" y="3530498"/>
            <a:ext cx="2527310" cy="1361267"/>
          </a:xfrm>
          <a:prstGeom prst="roundRect">
            <a:avLst>
              <a:gd name="adj" fmla="val 7463"/>
            </a:avLst>
          </a:prstGeom>
          <a:solidFill>
            <a:srgbClr val="E4EBFA"/>
          </a:solidFill>
          <a:ln/>
        </p:spPr>
      </p:sp>
      <p:sp>
        <p:nvSpPr>
          <p:cNvPr id="7" name="Text 5"/>
          <p:cNvSpPr txBox="1"/>
          <p:nvPr/>
        </p:nvSpPr>
        <p:spPr>
          <a:xfrm>
            <a:off x="990570" y="3698108"/>
            <a:ext cx="2253264" cy="274320"/>
          </a:xfrm>
          <a:prstGeom prst="rect">
            <a:avLst/>
          </a:prstGeom>
          <a:noFill/>
          <a:ln/>
        </p:spPr>
        <p:txBody>
          <a:bodyPr wrap="square" lIns="0" tIns="0" rIns="0" bIns="0" rtlCol="0" anchor="t"/>
          <a:lstStyle/>
          <a:p>
            <a:pPr algn="l" indent="0" marL="0">
              <a:lnSpc>
                <a:spcPts val="2080"/>
              </a:lnSpc>
              <a:buNone/>
            </a:pPr>
            <a:r>
              <a:rPr lang="en-US" sz="1600" b="1" dirty="0">
                <a:solidFill>
                  <a:srgbClr val="2A5BC4"/>
                </a:solidFill>
                <a:latin typeface="Arial" pitchFamily="34" charset="0"/>
                <a:ea typeface="Arial" pitchFamily="34" charset="-122"/>
                <a:cs typeface="Arial" pitchFamily="34" charset="-120"/>
              </a:rPr>
              <a:t>a phone, an umbrella</a:t>
            </a:r>
            <a:endParaRPr lang="en-US" sz="1600" dirty="0"/>
          </a:p>
        </p:txBody>
      </p:sp>
      <p:sp>
        <p:nvSpPr>
          <p:cNvPr id="8" name="Text 6"/>
          <p:cNvSpPr txBox="1"/>
          <p:nvPr/>
        </p:nvSpPr>
        <p:spPr>
          <a:xfrm>
            <a:off x="990570" y="4007998"/>
            <a:ext cx="2253264" cy="228600"/>
          </a:xfrm>
          <a:prstGeom prst="rect">
            <a:avLst/>
          </a:prstGeom>
          <a:noFill/>
          <a:ln/>
        </p:spPr>
        <p:txBody>
          <a:bodyPr wrap="square" lIns="0" tIns="0" rIns="0" bIns="0" rtlCol="0" anchor="t"/>
          <a:lstStyle/>
          <a:p>
            <a:pPr algn="l" indent="0" marL="0">
              <a:lnSpc>
                <a:spcPts val="1680"/>
              </a:lnSpc>
              <a:buNone/>
            </a:pPr>
            <a:r>
              <a:rPr lang="en-US" sz="1200" dirty="0">
                <a:solidFill>
                  <a:srgbClr val="15233F"/>
                </a:solidFill>
                <a:latin typeface="Arial" pitchFamily="34" charset="0"/>
                <a:ea typeface="Arial" pitchFamily="34" charset="-122"/>
                <a:cs typeface="Arial" pitchFamily="34" charset="-120"/>
              </a:rPr>
              <a:t>First mention: new information.</a:t>
            </a:r>
            <a:endParaRPr lang="en-US" sz="1200" dirty="0"/>
          </a:p>
        </p:txBody>
      </p:sp>
      <p:sp>
        <p:nvSpPr>
          <p:cNvPr id="9" name="Shape 7"/>
          <p:cNvSpPr/>
          <p:nvPr/>
        </p:nvSpPr>
        <p:spPr>
          <a:xfrm>
            <a:off x="3492459" y="3530498"/>
            <a:ext cx="2527310" cy="1361267"/>
          </a:xfrm>
          <a:prstGeom prst="roundRect">
            <a:avLst>
              <a:gd name="adj" fmla="val 7463"/>
            </a:avLst>
          </a:prstGeom>
          <a:solidFill>
            <a:srgbClr val="FBE8DA"/>
          </a:solidFill>
          <a:ln/>
        </p:spPr>
      </p:sp>
      <p:sp>
        <p:nvSpPr>
          <p:cNvPr id="10" name="Text 8"/>
          <p:cNvSpPr txBox="1"/>
          <p:nvPr/>
        </p:nvSpPr>
        <p:spPr>
          <a:xfrm>
            <a:off x="3670310" y="3698108"/>
            <a:ext cx="2253264" cy="538399"/>
          </a:xfrm>
          <a:prstGeom prst="rect">
            <a:avLst/>
          </a:prstGeom>
          <a:noFill/>
          <a:ln/>
        </p:spPr>
        <p:txBody>
          <a:bodyPr wrap="square" lIns="0" tIns="0" rIns="0" bIns="0" rtlCol="0" anchor="t"/>
          <a:lstStyle/>
          <a:p>
            <a:pPr algn="l" indent="0" marL="0">
              <a:lnSpc>
                <a:spcPts val="2080"/>
              </a:lnSpc>
              <a:buNone/>
            </a:pPr>
            <a:r>
              <a:rPr lang="en-US" sz="1600" b="1" dirty="0">
                <a:solidFill>
                  <a:srgbClr val="A2470F"/>
                </a:solidFill>
                <a:latin typeface="Arial" pitchFamily="34" charset="0"/>
                <a:ea typeface="Arial" pitchFamily="34" charset="-122"/>
                <a:cs typeface="Arial" pitchFamily="34" charset="-120"/>
              </a:rPr>
              <a:t>The phone, the umbrella</a:t>
            </a:r>
            <a:endParaRPr lang="en-US" sz="1600" dirty="0"/>
          </a:p>
        </p:txBody>
      </p:sp>
      <p:sp>
        <p:nvSpPr>
          <p:cNvPr id="11" name="Text 9"/>
          <p:cNvSpPr txBox="1"/>
          <p:nvPr/>
        </p:nvSpPr>
        <p:spPr>
          <a:xfrm>
            <a:off x="3670310" y="4272077"/>
            <a:ext cx="2253264" cy="441838"/>
          </a:xfrm>
          <a:prstGeom prst="rect">
            <a:avLst/>
          </a:prstGeom>
          <a:noFill/>
          <a:ln/>
        </p:spPr>
        <p:txBody>
          <a:bodyPr wrap="square" lIns="0" tIns="0" rIns="0" bIns="0" rtlCol="0" anchor="t"/>
          <a:lstStyle/>
          <a:p>
            <a:pPr algn="l" indent="0" marL="0">
              <a:lnSpc>
                <a:spcPts val="1680"/>
              </a:lnSpc>
              <a:buNone/>
            </a:pPr>
            <a:r>
              <a:rPr lang="en-US" sz="1200" dirty="0">
                <a:solidFill>
                  <a:srgbClr val="15233F"/>
                </a:solidFill>
                <a:latin typeface="Arial" pitchFamily="34" charset="0"/>
                <a:ea typeface="Arial" pitchFamily="34" charset="-122"/>
                <a:cs typeface="Arial" pitchFamily="34" charset="-120"/>
              </a:rPr>
              <a:t>Second mention: now we know which.</a:t>
            </a:r>
            <a:endParaRPr lang="en-US" sz="1200" dirty="0"/>
          </a:p>
        </p:txBody>
      </p:sp>
      <p:sp>
        <p:nvSpPr>
          <p:cNvPr id="12" name="Shape 10"/>
          <p:cNvSpPr/>
          <p:nvPr/>
        </p:nvSpPr>
        <p:spPr>
          <a:xfrm>
            <a:off x="6172200" y="3530498"/>
            <a:ext cx="2527310" cy="1361267"/>
          </a:xfrm>
          <a:prstGeom prst="roundRect">
            <a:avLst>
              <a:gd name="adj" fmla="val 7463"/>
            </a:avLst>
          </a:prstGeom>
          <a:solidFill>
            <a:srgbClr val="FBE8DA"/>
          </a:solidFill>
          <a:ln/>
        </p:spPr>
      </p:sp>
      <p:sp>
        <p:nvSpPr>
          <p:cNvPr id="13" name="Text 11"/>
          <p:cNvSpPr txBox="1"/>
          <p:nvPr/>
        </p:nvSpPr>
        <p:spPr>
          <a:xfrm>
            <a:off x="6349959" y="3698108"/>
            <a:ext cx="2253264" cy="274320"/>
          </a:xfrm>
          <a:prstGeom prst="rect">
            <a:avLst/>
          </a:prstGeom>
          <a:noFill/>
          <a:ln/>
        </p:spPr>
        <p:txBody>
          <a:bodyPr wrap="square" lIns="0" tIns="0" rIns="0" bIns="0" rtlCol="0" anchor="t"/>
          <a:lstStyle/>
          <a:p>
            <a:pPr algn="l" indent="0" marL="0">
              <a:lnSpc>
                <a:spcPts val="2080"/>
              </a:lnSpc>
              <a:buNone/>
            </a:pPr>
            <a:r>
              <a:rPr lang="en-US" sz="1600" b="1" dirty="0">
                <a:solidFill>
                  <a:srgbClr val="A2470F"/>
                </a:solidFill>
                <a:latin typeface="Arial" pitchFamily="34" charset="0"/>
                <a:ea typeface="Arial" pitchFamily="34" charset="-122"/>
                <a:cs typeface="Arial" pitchFamily="34" charset="-120"/>
              </a:rPr>
              <a:t>the first day, the shop</a:t>
            </a:r>
            <a:endParaRPr lang="en-US" sz="1600" dirty="0"/>
          </a:p>
        </p:txBody>
      </p:sp>
      <p:sp>
        <p:nvSpPr>
          <p:cNvPr id="14" name="Text 12"/>
          <p:cNvSpPr txBox="1"/>
          <p:nvPr/>
        </p:nvSpPr>
        <p:spPr>
          <a:xfrm>
            <a:off x="6349959" y="4007998"/>
            <a:ext cx="2253264" cy="441838"/>
          </a:xfrm>
          <a:prstGeom prst="rect">
            <a:avLst/>
          </a:prstGeom>
          <a:noFill/>
          <a:ln/>
        </p:spPr>
        <p:txBody>
          <a:bodyPr wrap="square" lIns="0" tIns="0" rIns="0" bIns="0" rtlCol="0" anchor="t"/>
          <a:lstStyle/>
          <a:p>
            <a:pPr algn="l" indent="0" marL="0">
              <a:lnSpc>
                <a:spcPts val="1680"/>
              </a:lnSpc>
              <a:buNone/>
            </a:pPr>
            <a:r>
              <a:rPr lang="en-US" sz="1200" dirty="0">
                <a:solidFill>
                  <a:srgbClr val="15233F"/>
                </a:solidFill>
                <a:latin typeface="Arial" pitchFamily="34" charset="0"/>
                <a:ea typeface="Arial" pitchFamily="34" charset="-122"/>
                <a:cs typeface="Arial" pitchFamily="34" charset="-120"/>
              </a:rPr>
              <a:t>“first” and “near my house” make them specific.</a:t>
            </a:r>
            <a:endParaRPr lang="en-US" sz="1200" dirty="0"/>
          </a:p>
        </p:txBody>
      </p:sp>
      <p:sp>
        <p:nvSpPr>
          <p:cNvPr id="15" name="Shape 13"/>
          <p:cNvSpPr/>
          <p:nvPr/>
        </p:nvSpPr>
        <p:spPr>
          <a:xfrm>
            <a:off x="8851941" y="3530498"/>
            <a:ext cx="2527310" cy="1361267"/>
          </a:xfrm>
          <a:prstGeom prst="roundRect">
            <a:avLst>
              <a:gd name="adj" fmla="val 7463"/>
            </a:avLst>
          </a:prstGeom>
          <a:solidFill>
            <a:srgbClr val="ECEAE6"/>
          </a:solidFill>
          <a:ln/>
        </p:spPr>
      </p:sp>
      <p:sp>
        <p:nvSpPr>
          <p:cNvPr id="16" name="Text 14"/>
          <p:cNvSpPr txBox="1"/>
          <p:nvPr/>
        </p:nvSpPr>
        <p:spPr>
          <a:xfrm>
            <a:off x="9029700" y="3698108"/>
            <a:ext cx="2253264" cy="274320"/>
          </a:xfrm>
          <a:prstGeom prst="rect">
            <a:avLst/>
          </a:prstGeom>
          <a:noFill/>
          <a:ln/>
        </p:spPr>
        <p:txBody>
          <a:bodyPr wrap="square" lIns="0" tIns="0" rIns="0" bIns="0" rtlCol="0" anchor="t"/>
          <a:lstStyle/>
          <a:p>
            <a:pPr algn="l" indent="0" marL="0">
              <a:lnSpc>
                <a:spcPts val="2080"/>
              </a:lnSpc>
              <a:buNone/>
            </a:pPr>
            <a:r>
              <a:rPr lang="en-US" sz="1600" b="1" dirty="0">
                <a:solidFill>
                  <a:srgbClr val="5E6675"/>
                </a:solidFill>
                <a:latin typeface="Arial" pitchFamily="34" charset="0"/>
                <a:ea typeface="Arial" pitchFamily="34" charset="-122"/>
                <a:cs typeface="Arial" pitchFamily="34" charset="-120"/>
              </a:rPr>
              <a:t>Ø good service</a:t>
            </a:r>
            <a:endParaRPr lang="en-US" sz="1600" dirty="0"/>
          </a:p>
        </p:txBody>
      </p:sp>
      <p:sp>
        <p:nvSpPr>
          <p:cNvPr id="17" name="Text 15"/>
          <p:cNvSpPr txBox="1"/>
          <p:nvPr/>
        </p:nvSpPr>
        <p:spPr>
          <a:xfrm>
            <a:off x="9029700" y="4007998"/>
            <a:ext cx="2253264" cy="228600"/>
          </a:xfrm>
          <a:prstGeom prst="rect">
            <a:avLst/>
          </a:prstGeom>
          <a:noFill/>
          <a:ln/>
        </p:spPr>
        <p:txBody>
          <a:bodyPr wrap="square" lIns="0" tIns="0" rIns="0" bIns="0" rtlCol="0" anchor="t"/>
          <a:lstStyle/>
          <a:p>
            <a:pPr algn="l" indent="0" marL="0">
              <a:lnSpc>
                <a:spcPts val="1680"/>
              </a:lnSpc>
              <a:buNone/>
            </a:pPr>
            <a:r>
              <a:rPr lang="en-US" sz="1200" dirty="0">
                <a:solidFill>
                  <a:srgbClr val="15233F"/>
                </a:solidFill>
                <a:latin typeface="Arial" pitchFamily="34" charset="0"/>
                <a:ea typeface="Arial" pitchFamily="34" charset="-122"/>
                <a:cs typeface="Arial" pitchFamily="34" charset="-120"/>
              </a:rPr>
              <a:t>A general idea: no article.</a:t>
            </a:r>
            <a:endParaRPr lang="en-US" sz="1200" dirty="0"/>
          </a:p>
        </p:txBody>
      </p:sp>
      <p:sp>
        <p:nvSpPr>
          <p:cNvPr id="18" name="Text 16"/>
          <p:cNvSpPr txBox="1"/>
          <p:nvPr/>
        </p:nvSpPr>
        <p:spPr>
          <a:xfrm>
            <a:off x="812810" y="6223041"/>
            <a:ext cx="7810530" cy="228600"/>
          </a:xfrm>
          <a:prstGeom prst="rect">
            <a:avLst/>
          </a:prstGeom>
          <a:noFill/>
          <a:ln/>
        </p:spPr>
        <p:txBody>
          <a:bodyPr wrap="square" lIns="0" tIns="0" rIns="0" bIns="0" rtlCol="0" anchor="t"/>
          <a:lstStyle/>
          <a:p>
            <a:pPr algn="l" indent="0" marL="0">
              <a:lnSpc>
                <a:spcPts val="1680"/>
              </a:lnSpc>
              <a:buNone/>
            </a:pPr>
            <a:r>
              <a:rPr lang="en-US" sz="1200" dirty="0">
                <a:solidFill>
                  <a:srgbClr val="636B78"/>
                </a:solidFill>
                <a:latin typeface="Arial" pitchFamily="34" charset="0"/>
                <a:ea typeface="Arial" pitchFamily="34" charset="-122"/>
                <a:cs typeface="Arial" pitchFamily="34" charset="-120"/>
              </a:rPr>
              <a:t>English Articles · A, An &amp; The</a:t>
            </a:r>
            <a:endParaRPr lang="en-US" sz="1200" dirty="0"/>
          </a:p>
        </p:txBody>
      </p:sp>
      <p:sp>
        <p:nvSpPr>
          <p:cNvPr id="19" name="Text 17"/>
          <p:cNvSpPr txBox="1"/>
          <p:nvPr/>
        </p:nvSpPr>
        <p:spPr>
          <a:xfrm>
            <a:off x="10045690" y="6223041"/>
            <a:ext cx="1333470" cy="228600"/>
          </a:xfrm>
          <a:prstGeom prst="rect">
            <a:avLst/>
          </a:prstGeom>
          <a:noFill/>
          <a:ln/>
        </p:spPr>
        <p:txBody>
          <a:bodyPr wrap="square" lIns="0" tIns="0" rIns="0" bIns="0" rtlCol="0" anchor="t"/>
          <a:lstStyle/>
          <a:p>
            <a:pPr algn="r" indent="0" marL="0">
              <a:lnSpc>
                <a:spcPts val="1680"/>
              </a:lnSpc>
              <a:buNone/>
            </a:pPr>
            <a:r>
              <a:rPr lang="en-US" sz="1200" dirty="0">
                <a:solidFill>
                  <a:srgbClr val="636B78"/>
                </a:solidFill>
                <a:latin typeface="Arial" pitchFamily="34" charset="0"/>
                <a:ea typeface="Arial" pitchFamily="34" charset="-122"/>
                <a:cs typeface="Arial" pitchFamily="34" charset="-120"/>
              </a:rPr>
              <a:t>18</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AF7F0"/>
        </a:solidFill>
      </p:bgPr>
    </p:bg>
    <p:spTree>
      <p:nvGrpSpPr>
        <p:cNvPr id="1" name=""/>
        <p:cNvGrpSpPr/>
        <p:nvPr/>
      </p:nvGrpSpPr>
      <p:grpSpPr>
        <a:xfrm>
          <a:off x="0" y="0"/>
          <a:ext cx="0" cy="0"/>
          <a:chOff x="0" y="0"/>
          <a:chExt cx="0" cy="0"/>
        </a:xfrm>
      </p:grpSpPr>
      <p:sp>
        <p:nvSpPr>
          <p:cNvPr id="2" name="Text 0"/>
          <p:cNvSpPr txBox="1"/>
          <p:nvPr/>
        </p:nvSpPr>
        <p:spPr>
          <a:xfrm>
            <a:off x="812810" y="797540"/>
            <a:ext cx="10815798" cy="228600"/>
          </a:xfrm>
          <a:prstGeom prst="rect">
            <a:avLst/>
          </a:prstGeom>
          <a:noFill/>
          <a:ln/>
        </p:spPr>
        <p:txBody>
          <a:bodyPr wrap="square" lIns="0" tIns="0" rIns="0" bIns="0" rtlCol="0" anchor="t"/>
          <a:lstStyle/>
          <a:p>
            <a:pPr algn="l" indent="0" marL="0">
              <a:lnSpc>
                <a:spcPts val="1680"/>
              </a:lnSpc>
              <a:buNone/>
            </a:pPr>
            <a:r>
              <a:rPr lang="en-US" sz="1200" b="1" spc="150" kern="0" dirty="0">
                <a:solidFill>
                  <a:srgbClr val="636B78"/>
                </a:solidFill>
                <a:latin typeface="Arial" pitchFamily="34" charset="0"/>
                <a:ea typeface="Arial" pitchFamily="34" charset="-122"/>
                <a:cs typeface="Arial" pitchFamily="34" charset="-120"/>
              </a:rPr>
              <a:t>06 · PRACTICE</a:t>
            </a:r>
            <a:endParaRPr lang="en-US" sz="1200" dirty="0"/>
          </a:p>
        </p:txBody>
      </p:sp>
      <p:sp>
        <p:nvSpPr>
          <p:cNvPr id="3" name="Text 1"/>
          <p:cNvSpPr txBox="1"/>
          <p:nvPr/>
        </p:nvSpPr>
        <p:spPr>
          <a:xfrm>
            <a:off x="812810" y="1102309"/>
            <a:ext cx="10815798" cy="446959"/>
          </a:xfrm>
          <a:prstGeom prst="rect">
            <a:avLst/>
          </a:prstGeom>
          <a:noFill/>
          <a:ln/>
        </p:spPr>
        <p:txBody>
          <a:bodyPr wrap="square" lIns="0" tIns="0" rIns="0" bIns="0" rtlCol="0" anchor="t"/>
          <a:lstStyle/>
          <a:p>
            <a:pPr algn="l" indent="0" marL="0">
              <a:lnSpc>
                <a:spcPts val="3520"/>
              </a:lnSpc>
              <a:buNone/>
            </a:pPr>
            <a:r>
              <a:rPr lang="en-US" sz="3200" b="1" dirty="0">
                <a:solidFill>
                  <a:srgbClr val="15233F"/>
                </a:solidFill>
                <a:latin typeface="Arial" pitchFamily="34" charset="0"/>
                <a:ea typeface="Arial" pitchFamily="34" charset="-122"/>
                <a:cs typeface="Arial" pitchFamily="34" charset="-120"/>
              </a:rPr>
              <a:t>Your turn: a, an, the or Ø?</a:t>
            </a:r>
            <a:endParaRPr lang="en-US" sz="3200" dirty="0"/>
          </a:p>
        </p:txBody>
      </p:sp>
      <p:sp>
        <p:nvSpPr>
          <p:cNvPr id="4" name="Text 2"/>
          <p:cNvSpPr txBox="1"/>
          <p:nvPr/>
        </p:nvSpPr>
        <p:spPr>
          <a:xfrm>
            <a:off x="812810" y="1605138"/>
            <a:ext cx="10815798" cy="304770"/>
          </a:xfrm>
          <a:prstGeom prst="rect">
            <a:avLst/>
          </a:prstGeom>
          <a:noFill/>
          <a:ln/>
        </p:spPr>
        <p:txBody>
          <a:bodyPr wrap="square" lIns="0" tIns="0" rIns="0" bIns="0" rtlCol="0" anchor="t"/>
          <a:lstStyle/>
          <a:p>
            <a:pPr algn="l" indent="0" marL="0">
              <a:lnSpc>
                <a:spcPts val="2240"/>
              </a:lnSpc>
              <a:buNone/>
            </a:pPr>
            <a:r>
              <a:rPr lang="en-US" sz="1600" dirty="0">
                <a:solidFill>
                  <a:srgbClr val="3F4A5C"/>
                </a:solidFill>
                <a:latin typeface="Arial" pitchFamily="34" charset="0"/>
                <a:ea typeface="Arial" pitchFamily="34" charset="-122"/>
                <a:cs typeface="Arial" pitchFamily="34" charset="-120"/>
              </a:rPr>
              <a:t>Choose the right article for each gap. The answers are on the next slide.</a:t>
            </a:r>
            <a:endParaRPr lang="en-US" sz="1600" dirty="0"/>
          </a:p>
        </p:txBody>
      </p:sp>
      <p:sp>
        <p:nvSpPr>
          <p:cNvPr id="5" name="Shape 3"/>
          <p:cNvSpPr/>
          <p:nvPr/>
        </p:nvSpPr>
        <p:spPr>
          <a:xfrm>
            <a:off x="812810" y="2163928"/>
            <a:ext cx="5219670" cy="685800"/>
          </a:xfrm>
          <a:prstGeom prst="roundRect">
            <a:avLst>
              <a:gd name="adj" fmla="val 14813"/>
            </a:avLst>
          </a:prstGeom>
          <a:solidFill>
            <a:srgbClr val="FFFDF9"/>
          </a:solidFill>
          <a:ln w="12700">
            <a:solidFill>
              <a:srgbClr val="E6DFD0"/>
            </a:solidFill>
            <a:prstDash val="solid"/>
          </a:ln>
        </p:spPr>
      </p:sp>
      <p:sp>
        <p:nvSpPr>
          <p:cNvPr id="6" name="Shape 4"/>
          <p:cNvSpPr/>
          <p:nvPr/>
        </p:nvSpPr>
        <p:spPr>
          <a:xfrm>
            <a:off x="1003280" y="2329068"/>
            <a:ext cx="355610" cy="355610"/>
          </a:xfrm>
          <a:prstGeom prst="ellipse">
            <a:avLst/>
          </a:prstGeom>
          <a:solidFill>
            <a:srgbClr val="15233F"/>
          </a:solidFill>
          <a:ln/>
        </p:spPr>
      </p:sp>
      <p:sp>
        <p:nvSpPr>
          <p:cNvPr id="7" name="Text 5"/>
          <p:cNvSpPr txBox="1"/>
          <p:nvPr/>
        </p:nvSpPr>
        <p:spPr>
          <a:xfrm>
            <a:off x="980694" y="2329068"/>
            <a:ext cx="400782" cy="355610"/>
          </a:xfrm>
          <a:prstGeom prst="rect">
            <a:avLst/>
          </a:prstGeom>
          <a:noFill/>
          <a:ln/>
        </p:spPr>
        <p:txBody>
          <a:bodyPr wrap="square" lIns="0" tIns="0" rIns="0" bIns="0" rtlCol="0" anchor="ctr"/>
          <a:lstStyle/>
          <a:p>
            <a:pPr algn="ctr" indent="0" marL="0">
              <a:buNone/>
            </a:pPr>
            <a:r>
              <a:rPr lang="en-US" sz="1200" b="1" dirty="0">
                <a:solidFill>
                  <a:srgbClr val="F4EFE4"/>
                </a:solidFill>
                <a:latin typeface="Arial" pitchFamily="34" charset="0"/>
                <a:ea typeface="Arial" pitchFamily="34" charset="-122"/>
                <a:cs typeface="Arial" pitchFamily="34" charset="-120"/>
              </a:rPr>
              <a:t>1</a:t>
            </a:r>
            <a:endParaRPr lang="en-US" sz="1200" dirty="0"/>
          </a:p>
        </p:txBody>
      </p:sp>
      <p:sp>
        <p:nvSpPr>
          <p:cNvPr id="8" name="Text 6"/>
          <p:cNvSpPr txBox="1"/>
          <p:nvPr/>
        </p:nvSpPr>
        <p:spPr>
          <a:xfrm>
            <a:off x="1511320" y="2354489"/>
            <a:ext cx="4455414" cy="289499"/>
          </a:xfrm>
          <a:prstGeom prst="rect">
            <a:avLst/>
          </a:prstGeom>
          <a:noFill/>
          <a:ln/>
        </p:spPr>
        <p:txBody>
          <a:bodyPr wrap="square" lIns="0" tIns="0" rIns="0" bIns="0" rtlCol="0" anchor="t"/>
          <a:lstStyle/>
          <a:p>
            <a:pPr algn="l" indent="0" marL="0">
              <a:lnSpc>
                <a:spcPts val="2160"/>
              </a:lnSpc>
              <a:buNone/>
            </a:pPr>
            <a:r>
              <a:rPr lang="en-US" sz="1600" dirty="0">
                <a:solidFill>
                  <a:srgbClr val="15233F"/>
                </a:solidFill>
                <a:latin typeface="Arial" pitchFamily="34" charset="0"/>
                <a:ea typeface="Arial" pitchFamily="34" charset="-122"/>
                <a:cs typeface="Arial" pitchFamily="34" charset="-120"/>
              </a:rPr>
              <a:t>I need ______ umbrella.</a:t>
            </a:r>
            <a:endParaRPr lang="en-US" sz="1600" dirty="0"/>
          </a:p>
        </p:txBody>
      </p:sp>
      <p:sp>
        <p:nvSpPr>
          <p:cNvPr id="9" name="Shape 7"/>
          <p:cNvSpPr/>
          <p:nvPr/>
        </p:nvSpPr>
        <p:spPr>
          <a:xfrm>
            <a:off x="6159490" y="2163928"/>
            <a:ext cx="5219670" cy="685800"/>
          </a:xfrm>
          <a:prstGeom prst="roundRect">
            <a:avLst>
              <a:gd name="adj" fmla="val 14813"/>
            </a:avLst>
          </a:prstGeom>
          <a:solidFill>
            <a:srgbClr val="FFFDF9"/>
          </a:solidFill>
          <a:ln w="12700">
            <a:solidFill>
              <a:srgbClr val="E6DFD0"/>
            </a:solidFill>
            <a:prstDash val="solid"/>
          </a:ln>
        </p:spPr>
      </p:sp>
      <p:sp>
        <p:nvSpPr>
          <p:cNvPr id="10" name="Shape 8"/>
          <p:cNvSpPr/>
          <p:nvPr/>
        </p:nvSpPr>
        <p:spPr>
          <a:xfrm>
            <a:off x="6349959" y="2329068"/>
            <a:ext cx="355610" cy="355610"/>
          </a:xfrm>
          <a:prstGeom prst="ellipse">
            <a:avLst/>
          </a:prstGeom>
          <a:solidFill>
            <a:srgbClr val="15233F"/>
          </a:solidFill>
          <a:ln/>
        </p:spPr>
      </p:sp>
      <p:sp>
        <p:nvSpPr>
          <p:cNvPr id="11" name="Text 9"/>
          <p:cNvSpPr txBox="1"/>
          <p:nvPr/>
        </p:nvSpPr>
        <p:spPr>
          <a:xfrm>
            <a:off x="6327374" y="2329068"/>
            <a:ext cx="400782" cy="355610"/>
          </a:xfrm>
          <a:prstGeom prst="rect">
            <a:avLst/>
          </a:prstGeom>
          <a:noFill/>
          <a:ln/>
        </p:spPr>
        <p:txBody>
          <a:bodyPr wrap="square" lIns="0" tIns="0" rIns="0" bIns="0" rtlCol="0" anchor="ctr"/>
          <a:lstStyle/>
          <a:p>
            <a:pPr algn="ctr" indent="0" marL="0">
              <a:buNone/>
            </a:pPr>
            <a:r>
              <a:rPr lang="en-US" sz="1200" b="1" dirty="0">
                <a:solidFill>
                  <a:srgbClr val="F4EFE4"/>
                </a:solidFill>
                <a:latin typeface="Arial" pitchFamily="34" charset="0"/>
                <a:ea typeface="Arial" pitchFamily="34" charset="-122"/>
                <a:cs typeface="Arial" pitchFamily="34" charset="-120"/>
              </a:rPr>
              <a:t>5</a:t>
            </a:r>
            <a:endParaRPr lang="en-US" sz="1200" dirty="0"/>
          </a:p>
        </p:txBody>
      </p:sp>
      <p:sp>
        <p:nvSpPr>
          <p:cNvPr id="12" name="Text 10"/>
          <p:cNvSpPr txBox="1"/>
          <p:nvPr/>
        </p:nvSpPr>
        <p:spPr>
          <a:xfrm>
            <a:off x="6858000" y="2354489"/>
            <a:ext cx="4455414" cy="289499"/>
          </a:xfrm>
          <a:prstGeom prst="rect">
            <a:avLst/>
          </a:prstGeom>
          <a:noFill/>
          <a:ln/>
        </p:spPr>
        <p:txBody>
          <a:bodyPr wrap="square" lIns="0" tIns="0" rIns="0" bIns="0" rtlCol="0" anchor="t"/>
          <a:lstStyle/>
          <a:p>
            <a:pPr algn="l" indent="0" marL="0">
              <a:lnSpc>
                <a:spcPts val="2160"/>
              </a:lnSpc>
              <a:buNone/>
            </a:pPr>
            <a:r>
              <a:rPr lang="en-US" sz="1600" dirty="0">
                <a:solidFill>
                  <a:srgbClr val="15233F"/>
                </a:solidFill>
                <a:latin typeface="Arial" pitchFamily="34" charset="0"/>
                <a:ea typeface="Arial" pitchFamily="34" charset="-122"/>
                <a:cs typeface="Arial" pitchFamily="34" charset="-120"/>
              </a:rPr>
              <a:t>Could you open ______ window?</a:t>
            </a:r>
            <a:endParaRPr lang="en-US" sz="1600" dirty="0"/>
          </a:p>
        </p:txBody>
      </p:sp>
      <p:sp>
        <p:nvSpPr>
          <p:cNvPr id="13" name="Shape 11"/>
          <p:cNvSpPr/>
          <p:nvPr/>
        </p:nvSpPr>
        <p:spPr>
          <a:xfrm>
            <a:off x="812810" y="2976738"/>
            <a:ext cx="5219670" cy="685800"/>
          </a:xfrm>
          <a:prstGeom prst="roundRect">
            <a:avLst>
              <a:gd name="adj" fmla="val 14813"/>
            </a:avLst>
          </a:prstGeom>
          <a:solidFill>
            <a:srgbClr val="FFFDF9"/>
          </a:solidFill>
          <a:ln w="12700">
            <a:solidFill>
              <a:srgbClr val="E6DFD0"/>
            </a:solidFill>
            <a:prstDash val="solid"/>
          </a:ln>
        </p:spPr>
      </p:sp>
      <p:sp>
        <p:nvSpPr>
          <p:cNvPr id="14" name="Shape 12"/>
          <p:cNvSpPr/>
          <p:nvPr/>
        </p:nvSpPr>
        <p:spPr>
          <a:xfrm>
            <a:off x="1003280" y="3141878"/>
            <a:ext cx="355610" cy="355610"/>
          </a:xfrm>
          <a:prstGeom prst="ellipse">
            <a:avLst/>
          </a:prstGeom>
          <a:solidFill>
            <a:srgbClr val="15233F"/>
          </a:solidFill>
          <a:ln/>
        </p:spPr>
      </p:sp>
      <p:sp>
        <p:nvSpPr>
          <p:cNvPr id="15" name="Text 13"/>
          <p:cNvSpPr txBox="1"/>
          <p:nvPr/>
        </p:nvSpPr>
        <p:spPr>
          <a:xfrm>
            <a:off x="980694" y="3141878"/>
            <a:ext cx="400782" cy="355610"/>
          </a:xfrm>
          <a:prstGeom prst="rect">
            <a:avLst/>
          </a:prstGeom>
          <a:noFill/>
          <a:ln/>
        </p:spPr>
        <p:txBody>
          <a:bodyPr wrap="square" lIns="0" tIns="0" rIns="0" bIns="0" rtlCol="0" anchor="ctr"/>
          <a:lstStyle/>
          <a:p>
            <a:pPr algn="ctr" indent="0" marL="0">
              <a:buNone/>
            </a:pPr>
            <a:r>
              <a:rPr lang="en-US" sz="1200" b="1" dirty="0">
                <a:solidFill>
                  <a:srgbClr val="F4EFE4"/>
                </a:solidFill>
                <a:latin typeface="Arial" pitchFamily="34" charset="0"/>
                <a:ea typeface="Arial" pitchFamily="34" charset="-122"/>
                <a:cs typeface="Arial" pitchFamily="34" charset="-120"/>
              </a:rPr>
              <a:t>2</a:t>
            </a:r>
            <a:endParaRPr lang="en-US" sz="1200" dirty="0"/>
          </a:p>
        </p:txBody>
      </p:sp>
      <p:sp>
        <p:nvSpPr>
          <p:cNvPr id="16" name="Text 14"/>
          <p:cNvSpPr txBox="1"/>
          <p:nvPr/>
        </p:nvSpPr>
        <p:spPr>
          <a:xfrm>
            <a:off x="1511320" y="3167299"/>
            <a:ext cx="4455414" cy="289499"/>
          </a:xfrm>
          <a:prstGeom prst="rect">
            <a:avLst/>
          </a:prstGeom>
          <a:noFill/>
          <a:ln/>
        </p:spPr>
        <p:txBody>
          <a:bodyPr wrap="square" lIns="0" tIns="0" rIns="0" bIns="0" rtlCol="0" anchor="t"/>
          <a:lstStyle/>
          <a:p>
            <a:pPr algn="l" indent="0" marL="0">
              <a:lnSpc>
                <a:spcPts val="2160"/>
              </a:lnSpc>
              <a:buNone/>
            </a:pPr>
            <a:r>
              <a:rPr lang="en-US" sz="1600" dirty="0">
                <a:solidFill>
                  <a:srgbClr val="15233F"/>
                </a:solidFill>
                <a:latin typeface="Arial" pitchFamily="34" charset="0"/>
                <a:ea typeface="Arial" pitchFamily="34" charset="-122"/>
                <a:cs typeface="Arial" pitchFamily="34" charset="-120"/>
              </a:rPr>
              <a:t>______ moon is very bright tonight.</a:t>
            </a:r>
            <a:endParaRPr lang="en-US" sz="1600" dirty="0"/>
          </a:p>
        </p:txBody>
      </p:sp>
      <p:sp>
        <p:nvSpPr>
          <p:cNvPr id="17" name="Shape 15"/>
          <p:cNvSpPr/>
          <p:nvPr/>
        </p:nvSpPr>
        <p:spPr>
          <a:xfrm>
            <a:off x="6159490" y="2976738"/>
            <a:ext cx="5219670" cy="685800"/>
          </a:xfrm>
          <a:prstGeom prst="roundRect">
            <a:avLst>
              <a:gd name="adj" fmla="val 14813"/>
            </a:avLst>
          </a:prstGeom>
          <a:solidFill>
            <a:srgbClr val="FFFDF9"/>
          </a:solidFill>
          <a:ln w="12700">
            <a:solidFill>
              <a:srgbClr val="E6DFD0"/>
            </a:solidFill>
            <a:prstDash val="solid"/>
          </a:ln>
        </p:spPr>
      </p:sp>
      <p:sp>
        <p:nvSpPr>
          <p:cNvPr id="18" name="Shape 16"/>
          <p:cNvSpPr/>
          <p:nvPr/>
        </p:nvSpPr>
        <p:spPr>
          <a:xfrm>
            <a:off x="6349959" y="3141878"/>
            <a:ext cx="355610" cy="355610"/>
          </a:xfrm>
          <a:prstGeom prst="ellipse">
            <a:avLst/>
          </a:prstGeom>
          <a:solidFill>
            <a:srgbClr val="15233F"/>
          </a:solidFill>
          <a:ln/>
        </p:spPr>
      </p:sp>
      <p:sp>
        <p:nvSpPr>
          <p:cNvPr id="19" name="Text 17"/>
          <p:cNvSpPr txBox="1"/>
          <p:nvPr/>
        </p:nvSpPr>
        <p:spPr>
          <a:xfrm>
            <a:off x="6327374" y="3141878"/>
            <a:ext cx="400782" cy="355610"/>
          </a:xfrm>
          <a:prstGeom prst="rect">
            <a:avLst/>
          </a:prstGeom>
          <a:noFill/>
          <a:ln/>
        </p:spPr>
        <p:txBody>
          <a:bodyPr wrap="square" lIns="0" tIns="0" rIns="0" bIns="0" rtlCol="0" anchor="ctr"/>
          <a:lstStyle/>
          <a:p>
            <a:pPr algn="ctr" indent="0" marL="0">
              <a:buNone/>
            </a:pPr>
            <a:r>
              <a:rPr lang="en-US" sz="1200" b="1" dirty="0">
                <a:solidFill>
                  <a:srgbClr val="F4EFE4"/>
                </a:solidFill>
                <a:latin typeface="Arial" pitchFamily="34" charset="0"/>
                <a:ea typeface="Arial" pitchFamily="34" charset="-122"/>
                <a:cs typeface="Arial" pitchFamily="34" charset="-120"/>
              </a:rPr>
              <a:t>6</a:t>
            </a:r>
            <a:endParaRPr lang="en-US" sz="1200" dirty="0"/>
          </a:p>
        </p:txBody>
      </p:sp>
      <p:sp>
        <p:nvSpPr>
          <p:cNvPr id="20" name="Text 18"/>
          <p:cNvSpPr txBox="1"/>
          <p:nvPr/>
        </p:nvSpPr>
        <p:spPr>
          <a:xfrm>
            <a:off x="6858000" y="3167299"/>
            <a:ext cx="4455414" cy="289499"/>
          </a:xfrm>
          <a:prstGeom prst="rect">
            <a:avLst/>
          </a:prstGeom>
          <a:noFill/>
          <a:ln/>
        </p:spPr>
        <p:txBody>
          <a:bodyPr wrap="square" lIns="0" tIns="0" rIns="0" bIns="0" rtlCol="0" anchor="t"/>
          <a:lstStyle/>
          <a:p>
            <a:pPr algn="l" indent="0" marL="0">
              <a:lnSpc>
                <a:spcPts val="2160"/>
              </a:lnSpc>
              <a:buNone/>
            </a:pPr>
            <a:r>
              <a:rPr lang="en-US" sz="1600" dirty="0">
                <a:solidFill>
                  <a:srgbClr val="15233F"/>
                </a:solidFill>
                <a:latin typeface="Arial" pitchFamily="34" charset="0"/>
                <a:ea typeface="Arial" pitchFamily="34" charset="-122"/>
                <a:cs typeface="Arial" pitchFamily="34" charset="-120"/>
              </a:rPr>
              <a:t>We waited for ______ hour.</a:t>
            </a:r>
            <a:endParaRPr lang="en-US" sz="1600" dirty="0"/>
          </a:p>
        </p:txBody>
      </p:sp>
      <p:sp>
        <p:nvSpPr>
          <p:cNvPr id="21" name="Shape 19"/>
          <p:cNvSpPr/>
          <p:nvPr/>
        </p:nvSpPr>
        <p:spPr>
          <a:xfrm>
            <a:off x="812810" y="3789548"/>
            <a:ext cx="5219670" cy="685800"/>
          </a:xfrm>
          <a:prstGeom prst="roundRect">
            <a:avLst>
              <a:gd name="adj" fmla="val 14813"/>
            </a:avLst>
          </a:prstGeom>
          <a:solidFill>
            <a:srgbClr val="FFFDF9"/>
          </a:solidFill>
          <a:ln w="12700">
            <a:solidFill>
              <a:srgbClr val="E6DFD0"/>
            </a:solidFill>
            <a:prstDash val="solid"/>
          </a:ln>
        </p:spPr>
      </p:sp>
      <p:sp>
        <p:nvSpPr>
          <p:cNvPr id="22" name="Shape 20"/>
          <p:cNvSpPr/>
          <p:nvPr/>
        </p:nvSpPr>
        <p:spPr>
          <a:xfrm>
            <a:off x="1003280" y="3954689"/>
            <a:ext cx="355610" cy="355610"/>
          </a:xfrm>
          <a:prstGeom prst="ellipse">
            <a:avLst/>
          </a:prstGeom>
          <a:solidFill>
            <a:srgbClr val="15233F"/>
          </a:solidFill>
          <a:ln/>
        </p:spPr>
      </p:sp>
      <p:sp>
        <p:nvSpPr>
          <p:cNvPr id="23" name="Text 21"/>
          <p:cNvSpPr txBox="1"/>
          <p:nvPr/>
        </p:nvSpPr>
        <p:spPr>
          <a:xfrm>
            <a:off x="980694" y="3954689"/>
            <a:ext cx="400782" cy="355610"/>
          </a:xfrm>
          <a:prstGeom prst="rect">
            <a:avLst/>
          </a:prstGeom>
          <a:noFill/>
          <a:ln/>
        </p:spPr>
        <p:txBody>
          <a:bodyPr wrap="square" lIns="0" tIns="0" rIns="0" bIns="0" rtlCol="0" anchor="ctr"/>
          <a:lstStyle/>
          <a:p>
            <a:pPr algn="ctr" indent="0" marL="0">
              <a:buNone/>
            </a:pPr>
            <a:r>
              <a:rPr lang="en-US" sz="1200" b="1" dirty="0">
                <a:solidFill>
                  <a:srgbClr val="F4EFE4"/>
                </a:solidFill>
                <a:latin typeface="Arial" pitchFamily="34" charset="0"/>
                <a:ea typeface="Arial" pitchFamily="34" charset="-122"/>
                <a:cs typeface="Arial" pitchFamily="34" charset="-120"/>
              </a:rPr>
              <a:t>3</a:t>
            </a:r>
            <a:endParaRPr lang="en-US" sz="1200" dirty="0"/>
          </a:p>
        </p:txBody>
      </p:sp>
      <p:sp>
        <p:nvSpPr>
          <p:cNvPr id="24" name="Text 22"/>
          <p:cNvSpPr txBox="1"/>
          <p:nvPr/>
        </p:nvSpPr>
        <p:spPr>
          <a:xfrm>
            <a:off x="1511320" y="3980109"/>
            <a:ext cx="4455414" cy="289499"/>
          </a:xfrm>
          <a:prstGeom prst="rect">
            <a:avLst/>
          </a:prstGeom>
          <a:noFill/>
          <a:ln/>
        </p:spPr>
        <p:txBody>
          <a:bodyPr wrap="square" lIns="0" tIns="0" rIns="0" bIns="0" rtlCol="0" anchor="t"/>
          <a:lstStyle/>
          <a:p>
            <a:pPr algn="l" indent="0" marL="0">
              <a:lnSpc>
                <a:spcPts val="2160"/>
              </a:lnSpc>
              <a:buNone/>
            </a:pPr>
            <a:r>
              <a:rPr lang="en-US" sz="1600" dirty="0">
                <a:solidFill>
                  <a:srgbClr val="15233F"/>
                </a:solidFill>
                <a:latin typeface="Arial" pitchFamily="34" charset="0"/>
                <a:ea typeface="Arial" pitchFamily="34" charset="-122"/>
                <a:cs typeface="Arial" pitchFamily="34" charset="-120"/>
              </a:rPr>
              <a:t>She is ______ university student.</a:t>
            </a:r>
            <a:endParaRPr lang="en-US" sz="1600" dirty="0"/>
          </a:p>
        </p:txBody>
      </p:sp>
      <p:sp>
        <p:nvSpPr>
          <p:cNvPr id="25" name="Shape 23"/>
          <p:cNvSpPr/>
          <p:nvPr/>
        </p:nvSpPr>
        <p:spPr>
          <a:xfrm>
            <a:off x="6159490" y="3789548"/>
            <a:ext cx="5219670" cy="685800"/>
          </a:xfrm>
          <a:prstGeom prst="roundRect">
            <a:avLst>
              <a:gd name="adj" fmla="val 14813"/>
            </a:avLst>
          </a:prstGeom>
          <a:solidFill>
            <a:srgbClr val="FFFDF9"/>
          </a:solidFill>
          <a:ln w="12700">
            <a:solidFill>
              <a:srgbClr val="E6DFD0"/>
            </a:solidFill>
            <a:prstDash val="solid"/>
          </a:ln>
        </p:spPr>
      </p:sp>
      <p:sp>
        <p:nvSpPr>
          <p:cNvPr id="26" name="Shape 24"/>
          <p:cNvSpPr/>
          <p:nvPr/>
        </p:nvSpPr>
        <p:spPr>
          <a:xfrm>
            <a:off x="6349959" y="3954689"/>
            <a:ext cx="355610" cy="355610"/>
          </a:xfrm>
          <a:prstGeom prst="ellipse">
            <a:avLst/>
          </a:prstGeom>
          <a:solidFill>
            <a:srgbClr val="15233F"/>
          </a:solidFill>
          <a:ln/>
        </p:spPr>
      </p:sp>
      <p:sp>
        <p:nvSpPr>
          <p:cNvPr id="27" name="Text 25"/>
          <p:cNvSpPr txBox="1"/>
          <p:nvPr/>
        </p:nvSpPr>
        <p:spPr>
          <a:xfrm>
            <a:off x="6327374" y="3954689"/>
            <a:ext cx="400782" cy="355610"/>
          </a:xfrm>
          <a:prstGeom prst="rect">
            <a:avLst/>
          </a:prstGeom>
          <a:noFill/>
          <a:ln/>
        </p:spPr>
        <p:txBody>
          <a:bodyPr wrap="square" lIns="0" tIns="0" rIns="0" bIns="0" rtlCol="0" anchor="ctr"/>
          <a:lstStyle/>
          <a:p>
            <a:pPr algn="ctr" indent="0" marL="0">
              <a:buNone/>
            </a:pPr>
            <a:r>
              <a:rPr lang="en-US" sz="1200" b="1" dirty="0">
                <a:solidFill>
                  <a:srgbClr val="F4EFE4"/>
                </a:solidFill>
                <a:latin typeface="Arial" pitchFamily="34" charset="0"/>
                <a:ea typeface="Arial" pitchFamily="34" charset="-122"/>
                <a:cs typeface="Arial" pitchFamily="34" charset="-120"/>
              </a:rPr>
              <a:t>7</a:t>
            </a:r>
            <a:endParaRPr lang="en-US" sz="1200" dirty="0"/>
          </a:p>
        </p:txBody>
      </p:sp>
      <p:sp>
        <p:nvSpPr>
          <p:cNvPr id="28" name="Text 26"/>
          <p:cNvSpPr txBox="1"/>
          <p:nvPr/>
        </p:nvSpPr>
        <p:spPr>
          <a:xfrm>
            <a:off x="6858000" y="3980109"/>
            <a:ext cx="4455414" cy="289499"/>
          </a:xfrm>
          <a:prstGeom prst="rect">
            <a:avLst/>
          </a:prstGeom>
          <a:noFill/>
          <a:ln/>
        </p:spPr>
        <p:txBody>
          <a:bodyPr wrap="square" lIns="0" tIns="0" rIns="0" bIns="0" rtlCol="0" anchor="t"/>
          <a:lstStyle/>
          <a:p>
            <a:pPr algn="l" indent="0" marL="0">
              <a:lnSpc>
                <a:spcPts val="2160"/>
              </a:lnSpc>
              <a:buNone/>
            </a:pPr>
            <a:r>
              <a:rPr lang="en-US" sz="1600" dirty="0">
                <a:solidFill>
                  <a:srgbClr val="15233F"/>
                </a:solidFill>
                <a:latin typeface="Arial" pitchFamily="34" charset="0"/>
                <a:ea typeface="Arial" pitchFamily="34" charset="-122"/>
                <a:cs typeface="Arial" pitchFamily="34" charset="-120"/>
              </a:rPr>
              <a:t>My brother plays ______ guitar.</a:t>
            </a:r>
            <a:endParaRPr lang="en-US" sz="1600" dirty="0"/>
          </a:p>
        </p:txBody>
      </p:sp>
      <p:sp>
        <p:nvSpPr>
          <p:cNvPr id="29" name="Shape 27"/>
          <p:cNvSpPr/>
          <p:nvPr/>
        </p:nvSpPr>
        <p:spPr>
          <a:xfrm>
            <a:off x="812810" y="4602358"/>
            <a:ext cx="5219670" cy="685800"/>
          </a:xfrm>
          <a:prstGeom prst="roundRect">
            <a:avLst>
              <a:gd name="adj" fmla="val 14813"/>
            </a:avLst>
          </a:prstGeom>
          <a:solidFill>
            <a:srgbClr val="FFFDF9"/>
          </a:solidFill>
          <a:ln w="12700">
            <a:solidFill>
              <a:srgbClr val="E6DFD0"/>
            </a:solidFill>
            <a:prstDash val="solid"/>
          </a:ln>
        </p:spPr>
      </p:sp>
      <p:sp>
        <p:nvSpPr>
          <p:cNvPr id="30" name="Shape 28"/>
          <p:cNvSpPr/>
          <p:nvPr/>
        </p:nvSpPr>
        <p:spPr>
          <a:xfrm>
            <a:off x="1003280" y="4767499"/>
            <a:ext cx="355610" cy="355610"/>
          </a:xfrm>
          <a:prstGeom prst="ellipse">
            <a:avLst/>
          </a:prstGeom>
          <a:solidFill>
            <a:srgbClr val="15233F"/>
          </a:solidFill>
          <a:ln/>
        </p:spPr>
      </p:sp>
      <p:sp>
        <p:nvSpPr>
          <p:cNvPr id="31" name="Text 29"/>
          <p:cNvSpPr txBox="1"/>
          <p:nvPr/>
        </p:nvSpPr>
        <p:spPr>
          <a:xfrm>
            <a:off x="980694" y="4767499"/>
            <a:ext cx="400782" cy="355610"/>
          </a:xfrm>
          <a:prstGeom prst="rect">
            <a:avLst/>
          </a:prstGeom>
          <a:noFill/>
          <a:ln/>
        </p:spPr>
        <p:txBody>
          <a:bodyPr wrap="square" lIns="0" tIns="0" rIns="0" bIns="0" rtlCol="0" anchor="ctr"/>
          <a:lstStyle/>
          <a:p>
            <a:pPr algn="ctr" indent="0" marL="0">
              <a:buNone/>
            </a:pPr>
            <a:r>
              <a:rPr lang="en-US" sz="1200" b="1" dirty="0">
                <a:solidFill>
                  <a:srgbClr val="F4EFE4"/>
                </a:solidFill>
                <a:latin typeface="Arial" pitchFamily="34" charset="0"/>
                <a:ea typeface="Arial" pitchFamily="34" charset="-122"/>
                <a:cs typeface="Arial" pitchFamily="34" charset="-120"/>
              </a:rPr>
              <a:t>4</a:t>
            </a:r>
            <a:endParaRPr lang="en-US" sz="1200" dirty="0"/>
          </a:p>
        </p:txBody>
      </p:sp>
      <p:sp>
        <p:nvSpPr>
          <p:cNvPr id="32" name="Text 30"/>
          <p:cNvSpPr txBox="1"/>
          <p:nvPr/>
        </p:nvSpPr>
        <p:spPr>
          <a:xfrm>
            <a:off x="1511320" y="4792919"/>
            <a:ext cx="4455414" cy="289499"/>
          </a:xfrm>
          <a:prstGeom prst="rect">
            <a:avLst/>
          </a:prstGeom>
          <a:noFill/>
          <a:ln/>
        </p:spPr>
        <p:txBody>
          <a:bodyPr wrap="square" lIns="0" tIns="0" rIns="0" bIns="0" rtlCol="0" anchor="t"/>
          <a:lstStyle/>
          <a:p>
            <a:pPr algn="l" indent="0" marL="0">
              <a:lnSpc>
                <a:spcPts val="2160"/>
              </a:lnSpc>
              <a:buNone/>
            </a:pPr>
            <a:r>
              <a:rPr lang="en-US" sz="1600" dirty="0">
                <a:solidFill>
                  <a:srgbClr val="15233F"/>
                </a:solidFill>
                <a:latin typeface="Arial" pitchFamily="34" charset="0"/>
                <a:ea typeface="Arial" pitchFamily="34" charset="-122"/>
                <a:cs typeface="Arial" pitchFamily="34" charset="-120"/>
              </a:rPr>
              <a:t>I usually have ______ breakfast at 8.</a:t>
            </a:r>
            <a:endParaRPr lang="en-US" sz="1600" dirty="0"/>
          </a:p>
        </p:txBody>
      </p:sp>
      <p:sp>
        <p:nvSpPr>
          <p:cNvPr id="33" name="Shape 31"/>
          <p:cNvSpPr/>
          <p:nvPr/>
        </p:nvSpPr>
        <p:spPr>
          <a:xfrm>
            <a:off x="6159490" y="4602358"/>
            <a:ext cx="5219670" cy="685800"/>
          </a:xfrm>
          <a:prstGeom prst="roundRect">
            <a:avLst>
              <a:gd name="adj" fmla="val 14813"/>
            </a:avLst>
          </a:prstGeom>
          <a:solidFill>
            <a:srgbClr val="FFFDF9"/>
          </a:solidFill>
          <a:ln w="12700">
            <a:solidFill>
              <a:srgbClr val="E6DFD0"/>
            </a:solidFill>
            <a:prstDash val="solid"/>
          </a:ln>
        </p:spPr>
      </p:sp>
      <p:sp>
        <p:nvSpPr>
          <p:cNvPr id="34" name="Shape 32"/>
          <p:cNvSpPr/>
          <p:nvPr/>
        </p:nvSpPr>
        <p:spPr>
          <a:xfrm>
            <a:off x="6349959" y="4767499"/>
            <a:ext cx="355610" cy="355610"/>
          </a:xfrm>
          <a:prstGeom prst="ellipse">
            <a:avLst/>
          </a:prstGeom>
          <a:solidFill>
            <a:srgbClr val="15233F"/>
          </a:solidFill>
          <a:ln/>
        </p:spPr>
      </p:sp>
      <p:sp>
        <p:nvSpPr>
          <p:cNvPr id="35" name="Text 33"/>
          <p:cNvSpPr txBox="1"/>
          <p:nvPr/>
        </p:nvSpPr>
        <p:spPr>
          <a:xfrm>
            <a:off x="6327374" y="4767499"/>
            <a:ext cx="400782" cy="355610"/>
          </a:xfrm>
          <a:prstGeom prst="rect">
            <a:avLst/>
          </a:prstGeom>
          <a:noFill/>
          <a:ln/>
        </p:spPr>
        <p:txBody>
          <a:bodyPr wrap="square" lIns="0" tIns="0" rIns="0" bIns="0" rtlCol="0" anchor="ctr"/>
          <a:lstStyle/>
          <a:p>
            <a:pPr algn="ctr" indent="0" marL="0">
              <a:buNone/>
            </a:pPr>
            <a:r>
              <a:rPr lang="en-US" sz="1200" b="1" dirty="0">
                <a:solidFill>
                  <a:srgbClr val="F4EFE4"/>
                </a:solidFill>
                <a:latin typeface="Arial" pitchFamily="34" charset="0"/>
                <a:ea typeface="Arial" pitchFamily="34" charset="-122"/>
                <a:cs typeface="Arial" pitchFamily="34" charset="-120"/>
              </a:rPr>
              <a:t>8</a:t>
            </a:r>
            <a:endParaRPr lang="en-US" sz="1200" dirty="0"/>
          </a:p>
        </p:txBody>
      </p:sp>
      <p:sp>
        <p:nvSpPr>
          <p:cNvPr id="36" name="Text 34"/>
          <p:cNvSpPr txBox="1"/>
          <p:nvPr/>
        </p:nvSpPr>
        <p:spPr>
          <a:xfrm>
            <a:off x="6858000" y="4792919"/>
            <a:ext cx="4455414" cy="289499"/>
          </a:xfrm>
          <a:prstGeom prst="rect">
            <a:avLst/>
          </a:prstGeom>
          <a:noFill/>
          <a:ln/>
        </p:spPr>
        <p:txBody>
          <a:bodyPr wrap="square" lIns="0" tIns="0" rIns="0" bIns="0" rtlCol="0" anchor="t"/>
          <a:lstStyle/>
          <a:p>
            <a:pPr algn="l" indent="0" marL="0">
              <a:lnSpc>
                <a:spcPts val="2160"/>
              </a:lnSpc>
              <a:buNone/>
            </a:pPr>
            <a:r>
              <a:rPr lang="en-US" sz="1600" dirty="0">
                <a:solidFill>
                  <a:srgbClr val="15233F"/>
                </a:solidFill>
                <a:latin typeface="Arial" pitchFamily="34" charset="0"/>
                <a:ea typeface="Arial" pitchFamily="34" charset="-122"/>
                <a:cs typeface="Arial" pitchFamily="34" charset="-120"/>
              </a:rPr>
              <a:t>______ honesty is very important.</a:t>
            </a:r>
            <a:endParaRPr lang="en-US" sz="1600" dirty="0"/>
          </a:p>
        </p:txBody>
      </p:sp>
      <p:sp>
        <p:nvSpPr>
          <p:cNvPr id="37" name="Text 35"/>
          <p:cNvSpPr txBox="1"/>
          <p:nvPr/>
        </p:nvSpPr>
        <p:spPr>
          <a:xfrm>
            <a:off x="812810" y="6223041"/>
            <a:ext cx="7810530" cy="228600"/>
          </a:xfrm>
          <a:prstGeom prst="rect">
            <a:avLst/>
          </a:prstGeom>
          <a:noFill/>
          <a:ln/>
        </p:spPr>
        <p:txBody>
          <a:bodyPr wrap="square" lIns="0" tIns="0" rIns="0" bIns="0" rtlCol="0" anchor="t"/>
          <a:lstStyle/>
          <a:p>
            <a:pPr algn="l" indent="0" marL="0">
              <a:lnSpc>
                <a:spcPts val="1680"/>
              </a:lnSpc>
              <a:buNone/>
            </a:pPr>
            <a:r>
              <a:rPr lang="en-US" sz="1200" dirty="0">
                <a:solidFill>
                  <a:srgbClr val="636B78"/>
                </a:solidFill>
                <a:latin typeface="Arial" pitchFamily="34" charset="0"/>
                <a:ea typeface="Arial" pitchFamily="34" charset="-122"/>
                <a:cs typeface="Arial" pitchFamily="34" charset="-120"/>
              </a:rPr>
              <a:t>English Articles · A, An &amp; The</a:t>
            </a:r>
            <a:endParaRPr lang="en-US" sz="1200" dirty="0"/>
          </a:p>
        </p:txBody>
      </p:sp>
      <p:sp>
        <p:nvSpPr>
          <p:cNvPr id="38" name="Text 36"/>
          <p:cNvSpPr txBox="1"/>
          <p:nvPr/>
        </p:nvSpPr>
        <p:spPr>
          <a:xfrm>
            <a:off x="10045690" y="6223041"/>
            <a:ext cx="1333470" cy="228600"/>
          </a:xfrm>
          <a:prstGeom prst="rect">
            <a:avLst/>
          </a:prstGeom>
          <a:noFill/>
          <a:ln/>
        </p:spPr>
        <p:txBody>
          <a:bodyPr wrap="square" lIns="0" tIns="0" rIns="0" bIns="0" rtlCol="0" anchor="t"/>
          <a:lstStyle/>
          <a:p>
            <a:pPr algn="r" indent="0" marL="0">
              <a:lnSpc>
                <a:spcPts val="1680"/>
              </a:lnSpc>
              <a:buNone/>
            </a:pPr>
            <a:r>
              <a:rPr lang="en-US" sz="1200" dirty="0">
                <a:solidFill>
                  <a:srgbClr val="636B78"/>
                </a:solidFill>
                <a:latin typeface="Arial" pitchFamily="34" charset="0"/>
                <a:ea typeface="Arial" pitchFamily="34" charset="-122"/>
                <a:cs typeface="Arial" pitchFamily="34" charset="-120"/>
              </a:rPr>
              <a:t>19</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AF7F0"/>
        </a:solidFill>
      </p:bgPr>
    </p:bg>
    <p:spTree>
      <p:nvGrpSpPr>
        <p:cNvPr id="1" name=""/>
        <p:cNvGrpSpPr/>
        <p:nvPr/>
      </p:nvGrpSpPr>
      <p:grpSpPr>
        <a:xfrm>
          <a:off x="0" y="0"/>
          <a:ext cx="0" cy="0"/>
          <a:chOff x="0" y="0"/>
          <a:chExt cx="0" cy="0"/>
        </a:xfrm>
      </p:grpSpPr>
      <p:sp>
        <p:nvSpPr>
          <p:cNvPr id="2" name="Text 0"/>
          <p:cNvSpPr txBox="1"/>
          <p:nvPr/>
        </p:nvSpPr>
        <p:spPr>
          <a:xfrm>
            <a:off x="812810" y="797540"/>
            <a:ext cx="10815798" cy="228600"/>
          </a:xfrm>
          <a:prstGeom prst="rect">
            <a:avLst/>
          </a:prstGeom>
          <a:noFill/>
          <a:ln/>
        </p:spPr>
        <p:txBody>
          <a:bodyPr wrap="square" lIns="0" tIns="0" rIns="0" bIns="0" rtlCol="0" anchor="t"/>
          <a:lstStyle/>
          <a:p>
            <a:pPr algn="l" indent="0" marL="0">
              <a:lnSpc>
                <a:spcPts val="1680"/>
              </a:lnSpc>
              <a:buNone/>
            </a:pPr>
            <a:r>
              <a:rPr lang="en-US" sz="1200" b="1" spc="150" kern="0" dirty="0">
                <a:solidFill>
                  <a:srgbClr val="636B78"/>
                </a:solidFill>
                <a:latin typeface="Arial" pitchFamily="34" charset="0"/>
                <a:ea typeface="Arial" pitchFamily="34" charset="-122"/>
                <a:cs typeface="Arial" pitchFamily="34" charset="-120"/>
              </a:rPr>
              <a:t>06 · PRACTICE</a:t>
            </a:r>
            <a:endParaRPr lang="en-US" sz="1200" dirty="0"/>
          </a:p>
        </p:txBody>
      </p:sp>
      <p:sp>
        <p:nvSpPr>
          <p:cNvPr id="3" name="Text 1"/>
          <p:cNvSpPr txBox="1"/>
          <p:nvPr/>
        </p:nvSpPr>
        <p:spPr>
          <a:xfrm>
            <a:off x="812810" y="1102309"/>
            <a:ext cx="10815798" cy="446959"/>
          </a:xfrm>
          <a:prstGeom prst="rect">
            <a:avLst/>
          </a:prstGeom>
          <a:noFill/>
          <a:ln/>
        </p:spPr>
        <p:txBody>
          <a:bodyPr wrap="square" lIns="0" tIns="0" rIns="0" bIns="0" rtlCol="0" anchor="t"/>
          <a:lstStyle/>
          <a:p>
            <a:pPr algn="l" indent="0" marL="0">
              <a:lnSpc>
                <a:spcPts val="3520"/>
              </a:lnSpc>
              <a:buNone/>
            </a:pPr>
            <a:r>
              <a:rPr lang="en-US" sz="3200" b="1" dirty="0">
                <a:solidFill>
                  <a:srgbClr val="15233F"/>
                </a:solidFill>
                <a:latin typeface="Arial" pitchFamily="34" charset="0"/>
                <a:ea typeface="Arial" pitchFamily="34" charset="-122"/>
                <a:cs typeface="Arial" pitchFamily="34" charset="-120"/>
              </a:rPr>
              <a:t>Answers, with the reason</a:t>
            </a:r>
            <a:endParaRPr lang="en-US" sz="3200" dirty="0"/>
          </a:p>
        </p:txBody>
      </p:sp>
      <p:sp>
        <p:nvSpPr>
          <p:cNvPr id="4" name="Shape 2"/>
          <p:cNvSpPr/>
          <p:nvPr/>
        </p:nvSpPr>
        <p:spPr>
          <a:xfrm>
            <a:off x="812810" y="1803288"/>
            <a:ext cx="5219670" cy="792328"/>
          </a:xfrm>
          <a:prstGeom prst="roundRect">
            <a:avLst>
              <a:gd name="adj" fmla="val 12822"/>
            </a:avLst>
          </a:prstGeom>
          <a:solidFill>
            <a:srgbClr val="FFFDF9"/>
          </a:solidFill>
          <a:ln w="12700">
            <a:solidFill>
              <a:srgbClr val="E6DFD0"/>
            </a:solidFill>
            <a:prstDash val="solid"/>
          </a:ln>
        </p:spPr>
      </p:sp>
      <p:sp>
        <p:nvSpPr>
          <p:cNvPr id="5" name="Shape 3"/>
          <p:cNvSpPr/>
          <p:nvPr/>
        </p:nvSpPr>
        <p:spPr>
          <a:xfrm>
            <a:off x="1003280" y="2021647"/>
            <a:ext cx="355610" cy="355610"/>
          </a:xfrm>
          <a:prstGeom prst="ellipse">
            <a:avLst/>
          </a:prstGeom>
          <a:solidFill>
            <a:srgbClr val="15233F"/>
          </a:solidFill>
          <a:ln/>
        </p:spPr>
      </p:sp>
      <p:sp>
        <p:nvSpPr>
          <p:cNvPr id="6" name="Text 4"/>
          <p:cNvSpPr txBox="1"/>
          <p:nvPr/>
        </p:nvSpPr>
        <p:spPr>
          <a:xfrm>
            <a:off x="980694" y="2021647"/>
            <a:ext cx="400782" cy="355610"/>
          </a:xfrm>
          <a:prstGeom prst="rect">
            <a:avLst/>
          </a:prstGeom>
          <a:noFill/>
          <a:ln/>
        </p:spPr>
        <p:txBody>
          <a:bodyPr wrap="square" lIns="0" tIns="0" rIns="0" bIns="0" rtlCol="0" anchor="ctr"/>
          <a:lstStyle/>
          <a:p>
            <a:pPr algn="ctr" indent="0" marL="0">
              <a:buNone/>
            </a:pPr>
            <a:r>
              <a:rPr lang="en-US" sz="1200" b="1" dirty="0">
                <a:solidFill>
                  <a:srgbClr val="F4EFE4"/>
                </a:solidFill>
                <a:latin typeface="Arial" pitchFamily="34" charset="0"/>
                <a:ea typeface="Arial" pitchFamily="34" charset="-122"/>
                <a:cs typeface="Arial" pitchFamily="34" charset="-120"/>
              </a:rPr>
              <a:t>1</a:t>
            </a:r>
            <a:endParaRPr lang="en-US" sz="1200" dirty="0"/>
          </a:p>
        </p:txBody>
      </p:sp>
      <p:sp>
        <p:nvSpPr>
          <p:cNvPr id="7" name="Text 5"/>
          <p:cNvSpPr txBox="1"/>
          <p:nvPr/>
        </p:nvSpPr>
        <p:spPr>
          <a:xfrm>
            <a:off x="1511320" y="1927738"/>
            <a:ext cx="4455414" cy="289499"/>
          </a:xfrm>
          <a:prstGeom prst="rect">
            <a:avLst/>
          </a:prstGeom>
          <a:noFill/>
          <a:ln/>
        </p:spPr>
        <p:txBody>
          <a:bodyPr wrap="square" lIns="0" tIns="0" rIns="0" bIns="0" rtlCol="0" anchor="t"/>
          <a:lstStyle/>
          <a:p>
            <a:pPr algn="l" indent="0" marL="0">
              <a:lnSpc>
                <a:spcPts val="2160"/>
              </a:lnSpc>
              <a:buNone/>
            </a:pPr>
            <a:r>
              <a:rPr lang="en-US" sz="1600" dirty="0">
                <a:solidFill>
                  <a:srgbClr val="15233F"/>
                </a:solidFill>
                <a:latin typeface="Arial" pitchFamily="34" charset="0"/>
                <a:ea typeface="Arial" pitchFamily="34" charset="-122"/>
                <a:cs typeface="Arial" pitchFamily="34" charset="-120"/>
              </a:rPr>
              <a:t>I need </a:t>
            </a:r>
            <a:pPr algn="l" indent="0" marL="0">
              <a:lnSpc>
                <a:spcPts val="2160"/>
              </a:lnSpc>
              <a:buNone/>
            </a:pPr>
            <a:r>
              <a:rPr lang="en-US" sz="1600" b="1" dirty="0">
                <a:solidFill>
                  <a:srgbClr val="2A5BC4"/>
                </a:solidFill>
                <a:latin typeface="Arial" pitchFamily="34" charset="0"/>
                <a:ea typeface="Arial" pitchFamily="34" charset="-122"/>
                <a:cs typeface="Arial" pitchFamily="34" charset="-120"/>
              </a:rPr>
              <a:t>an</a:t>
            </a:r>
            <a:pPr algn="l" indent="0" marL="0">
              <a:lnSpc>
                <a:spcPts val="2160"/>
              </a:lnSpc>
              <a:buNone/>
            </a:pPr>
            <a:r>
              <a:rPr lang="en-US" sz="1600" dirty="0">
                <a:solidFill>
                  <a:srgbClr val="15233F"/>
                </a:solidFill>
                <a:latin typeface="Arial" pitchFamily="34" charset="0"/>
                <a:ea typeface="Arial" pitchFamily="34" charset="-122"/>
                <a:cs typeface="Arial" pitchFamily="34" charset="-120"/>
              </a:rPr>
              <a:t> umbrella.</a:t>
            </a:r>
            <a:endParaRPr lang="en-US" sz="1600" dirty="0"/>
          </a:p>
        </p:txBody>
      </p:sp>
      <p:sp>
        <p:nvSpPr>
          <p:cNvPr id="8" name="Text 6"/>
          <p:cNvSpPr txBox="1"/>
          <p:nvPr/>
        </p:nvSpPr>
        <p:spPr>
          <a:xfrm>
            <a:off x="1511320" y="2227387"/>
            <a:ext cx="4455414" cy="228600"/>
          </a:xfrm>
          <a:prstGeom prst="rect">
            <a:avLst/>
          </a:prstGeom>
          <a:noFill/>
          <a:ln/>
        </p:spPr>
        <p:txBody>
          <a:bodyPr wrap="square" lIns="0" tIns="0" rIns="0" bIns="0" rtlCol="0" anchor="t"/>
          <a:lstStyle/>
          <a:p>
            <a:pPr algn="l" indent="0" marL="0">
              <a:lnSpc>
                <a:spcPts val="1680"/>
              </a:lnSpc>
              <a:buNone/>
            </a:pPr>
            <a:r>
              <a:rPr lang="en-US" sz="1200" dirty="0">
                <a:solidFill>
                  <a:srgbClr val="3F4A5C"/>
                </a:solidFill>
                <a:latin typeface="Arial" pitchFamily="34" charset="0"/>
                <a:ea typeface="Arial" pitchFamily="34" charset="-122"/>
                <a:cs typeface="Arial" pitchFamily="34" charset="-120"/>
              </a:rPr>
              <a:t>“umbrella” starts with a vowel sound.</a:t>
            </a:r>
            <a:endParaRPr lang="en-US" sz="1200" dirty="0"/>
          </a:p>
        </p:txBody>
      </p:sp>
      <p:sp>
        <p:nvSpPr>
          <p:cNvPr id="9" name="Shape 7"/>
          <p:cNvSpPr/>
          <p:nvPr/>
        </p:nvSpPr>
        <p:spPr>
          <a:xfrm>
            <a:off x="6159490" y="1803288"/>
            <a:ext cx="5219670" cy="792328"/>
          </a:xfrm>
          <a:prstGeom prst="roundRect">
            <a:avLst>
              <a:gd name="adj" fmla="val 12822"/>
            </a:avLst>
          </a:prstGeom>
          <a:solidFill>
            <a:srgbClr val="FFFDF9"/>
          </a:solidFill>
          <a:ln w="12700">
            <a:solidFill>
              <a:srgbClr val="E6DFD0"/>
            </a:solidFill>
            <a:prstDash val="solid"/>
          </a:ln>
        </p:spPr>
      </p:sp>
      <p:sp>
        <p:nvSpPr>
          <p:cNvPr id="10" name="Shape 8"/>
          <p:cNvSpPr/>
          <p:nvPr/>
        </p:nvSpPr>
        <p:spPr>
          <a:xfrm>
            <a:off x="6349959" y="2021647"/>
            <a:ext cx="355610" cy="355610"/>
          </a:xfrm>
          <a:prstGeom prst="ellipse">
            <a:avLst/>
          </a:prstGeom>
          <a:solidFill>
            <a:srgbClr val="15233F"/>
          </a:solidFill>
          <a:ln/>
        </p:spPr>
      </p:sp>
      <p:sp>
        <p:nvSpPr>
          <p:cNvPr id="11" name="Text 9"/>
          <p:cNvSpPr txBox="1"/>
          <p:nvPr/>
        </p:nvSpPr>
        <p:spPr>
          <a:xfrm>
            <a:off x="6327374" y="2021647"/>
            <a:ext cx="400782" cy="355610"/>
          </a:xfrm>
          <a:prstGeom prst="rect">
            <a:avLst/>
          </a:prstGeom>
          <a:noFill/>
          <a:ln/>
        </p:spPr>
        <p:txBody>
          <a:bodyPr wrap="square" lIns="0" tIns="0" rIns="0" bIns="0" rtlCol="0" anchor="ctr"/>
          <a:lstStyle/>
          <a:p>
            <a:pPr algn="ctr" indent="0" marL="0">
              <a:buNone/>
            </a:pPr>
            <a:r>
              <a:rPr lang="en-US" sz="1200" b="1" dirty="0">
                <a:solidFill>
                  <a:srgbClr val="F4EFE4"/>
                </a:solidFill>
                <a:latin typeface="Arial" pitchFamily="34" charset="0"/>
                <a:ea typeface="Arial" pitchFamily="34" charset="-122"/>
                <a:cs typeface="Arial" pitchFamily="34" charset="-120"/>
              </a:rPr>
              <a:t>5</a:t>
            </a:r>
            <a:endParaRPr lang="en-US" sz="1200" dirty="0"/>
          </a:p>
        </p:txBody>
      </p:sp>
      <p:sp>
        <p:nvSpPr>
          <p:cNvPr id="12" name="Text 10"/>
          <p:cNvSpPr txBox="1"/>
          <p:nvPr/>
        </p:nvSpPr>
        <p:spPr>
          <a:xfrm>
            <a:off x="6858000" y="1927738"/>
            <a:ext cx="4455414" cy="289499"/>
          </a:xfrm>
          <a:prstGeom prst="rect">
            <a:avLst/>
          </a:prstGeom>
          <a:noFill/>
          <a:ln/>
        </p:spPr>
        <p:txBody>
          <a:bodyPr wrap="square" lIns="0" tIns="0" rIns="0" bIns="0" rtlCol="0" anchor="t"/>
          <a:lstStyle/>
          <a:p>
            <a:pPr algn="l" indent="0" marL="0">
              <a:lnSpc>
                <a:spcPts val="2160"/>
              </a:lnSpc>
              <a:buNone/>
            </a:pPr>
            <a:r>
              <a:rPr lang="en-US" sz="1600" dirty="0">
                <a:solidFill>
                  <a:srgbClr val="15233F"/>
                </a:solidFill>
                <a:latin typeface="Arial" pitchFamily="34" charset="0"/>
                <a:ea typeface="Arial" pitchFamily="34" charset="-122"/>
                <a:cs typeface="Arial" pitchFamily="34" charset="-120"/>
              </a:rPr>
              <a:t>Could you open </a:t>
            </a:r>
            <a:pPr algn="l" indent="0" marL="0">
              <a:lnSpc>
                <a:spcPts val="2160"/>
              </a:lnSpc>
              <a:buNone/>
            </a:pPr>
            <a:r>
              <a:rPr lang="en-US" sz="1600" b="1" dirty="0">
                <a:solidFill>
                  <a:srgbClr val="A2470F"/>
                </a:solidFill>
                <a:latin typeface="Arial" pitchFamily="34" charset="0"/>
                <a:ea typeface="Arial" pitchFamily="34" charset="-122"/>
                <a:cs typeface="Arial" pitchFamily="34" charset="-120"/>
              </a:rPr>
              <a:t>the</a:t>
            </a:r>
            <a:pPr algn="l" indent="0" marL="0">
              <a:lnSpc>
                <a:spcPts val="2160"/>
              </a:lnSpc>
              <a:buNone/>
            </a:pPr>
            <a:r>
              <a:rPr lang="en-US" sz="1600" dirty="0">
                <a:solidFill>
                  <a:srgbClr val="15233F"/>
                </a:solidFill>
                <a:latin typeface="Arial" pitchFamily="34" charset="0"/>
                <a:ea typeface="Arial" pitchFamily="34" charset="-122"/>
                <a:cs typeface="Arial" pitchFamily="34" charset="-120"/>
              </a:rPr>
              <a:t> window?</a:t>
            </a:r>
            <a:endParaRPr lang="en-US" sz="1600" dirty="0"/>
          </a:p>
        </p:txBody>
      </p:sp>
      <p:sp>
        <p:nvSpPr>
          <p:cNvPr id="13" name="Text 11"/>
          <p:cNvSpPr txBox="1"/>
          <p:nvPr/>
        </p:nvSpPr>
        <p:spPr>
          <a:xfrm>
            <a:off x="6858000" y="2227387"/>
            <a:ext cx="4455414" cy="228600"/>
          </a:xfrm>
          <a:prstGeom prst="rect">
            <a:avLst/>
          </a:prstGeom>
          <a:noFill/>
          <a:ln/>
        </p:spPr>
        <p:txBody>
          <a:bodyPr wrap="square" lIns="0" tIns="0" rIns="0" bIns="0" rtlCol="0" anchor="t"/>
          <a:lstStyle/>
          <a:p>
            <a:pPr algn="l" indent="0" marL="0">
              <a:lnSpc>
                <a:spcPts val="1680"/>
              </a:lnSpc>
              <a:buNone/>
            </a:pPr>
            <a:r>
              <a:rPr lang="en-US" sz="1200" dirty="0">
                <a:solidFill>
                  <a:srgbClr val="3F4A5C"/>
                </a:solidFill>
                <a:latin typeface="Arial" pitchFamily="34" charset="0"/>
                <a:ea typeface="Arial" pitchFamily="34" charset="-122"/>
                <a:cs typeface="Arial" pitchFamily="34" charset="-120"/>
              </a:rPr>
              <a:t>We both know which window.</a:t>
            </a:r>
            <a:endParaRPr lang="en-US" sz="1200" dirty="0"/>
          </a:p>
        </p:txBody>
      </p:sp>
      <p:sp>
        <p:nvSpPr>
          <p:cNvPr id="14" name="Shape 12"/>
          <p:cNvSpPr/>
          <p:nvPr/>
        </p:nvSpPr>
        <p:spPr>
          <a:xfrm>
            <a:off x="812810" y="2722626"/>
            <a:ext cx="5219670" cy="792328"/>
          </a:xfrm>
          <a:prstGeom prst="roundRect">
            <a:avLst>
              <a:gd name="adj" fmla="val 12822"/>
            </a:avLst>
          </a:prstGeom>
          <a:solidFill>
            <a:srgbClr val="FFFDF9"/>
          </a:solidFill>
          <a:ln w="12700">
            <a:solidFill>
              <a:srgbClr val="E6DFD0"/>
            </a:solidFill>
            <a:prstDash val="solid"/>
          </a:ln>
        </p:spPr>
      </p:sp>
      <p:sp>
        <p:nvSpPr>
          <p:cNvPr id="15" name="Shape 13"/>
          <p:cNvSpPr/>
          <p:nvPr/>
        </p:nvSpPr>
        <p:spPr>
          <a:xfrm>
            <a:off x="1003280" y="2941076"/>
            <a:ext cx="355610" cy="355610"/>
          </a:xfrm>
          <a:prstGeom prst="ellipse">
            <a:avLst/>
          </a:prstGeom>
          <a:solidFill>
            <a:srgbClr val="15233F"/>
          </a:solidFill>
          <a:ln/>
        </p:spPr>
      </p:sp>
      <p:sp>
        <p:nvSpPr>
          <p:cNvPr id="16" name="Text 14"/>
          <p:cNvSpPr txBox="1"/>
          <p:nvPr/>
        </p:nvSpPr>
        <p:spPr>
          <a:xfrm>
            <a:off x="980694" y="2941076"/>
            <a:ext cx="400782" cy="355610"/>
          </a:xfrm>
          <a:prstGeom prst="rect">
            <a:avLst/>
          </a:prstGeom>
          <a:noFill/>
          <a:ln/>
        </p:spPr>
        <p:txBody>
          <a:bodyPr wrap="square" lIns="0" tIns="0" rIns="0" bIns="0" rtlCol="0" anchor="ctr"/>
          <a:lstStyle/>
          <a:p>
            <a:pPr algn="ctr" indent="0" marL="0">
              <a:buNone/>
            </a:pPr>
            <a:r>
              <a:rPr lang="en-US" sz="1200" b="1" dirty="0">
                <a:solidFill>
                  <a:srgbClr val="F4EFE4"/>
                </a:solidFill>
                <a:latin typeface="Arial" pitchFamily="34" charset="0"/>
                <a:ea typeface="Arial" pitchFamily="34" charset="-122"/>
                <a:cs typeface="Arial" pitchFamily="34" charset="-120"/>
              </a:rPr>
              <a:t>2</a:t>
            </a:r>
            <a:endParaRPr lang="en-US" sz="1200" dirty="0"/>
          </a:p>
        </p:txBody>
      </p:sp>
      <p:sp>
        <p:nvSpPr>
          <p:cNvPr id="17" name="Text 15"/>
          <p:cNvSpPr txBox="1"/>
          <p:nvPr/>
        </p:nvSpPr>
        <p:spPr>
          <a:xfrm>
            <a:off x="1511320" y="2847167"/>
            <a:ext cx="4455414" cy="289499"/>
          </a:xfrm>
          <a:prstGeom prst="rect">
            <a:avLst/>
          </a:prstGeom>
          <a:noFill/>
          <a:ln/>
        </p:spPr>
        <p:txBody>
          <a:bodyPr wrap="square" lIns="0" tIns="0" rIns="0" bIns="0" rtlCol="0" anchor="t"/>
          <a:lstStyle/>
          <a:p>
            <a:pPr algn="l" indent="0" marL="0">
              <a:lnSpc>
                <a:spcPts val="2160"/>
              </a:lnSpc>
              <a:buNone/>
            </a:pPr>
            <a:r>
              <a:rPr lang="en-US" sz="1600" b="1" dirty="0">
                <a:solidFill>
                  <a:srgbClr val="A2470F"/>
                </a:solidFill>
                <a:latin typeface="Arial" pitchFamily="34" charset="0"/>
                <a:ea typeface="Arial" pitchFamily="34" charset="-122"/>
                <a:cs typeface="Arial" pitchFamily="34" charset="-120"/>
              </a:rPr>
              <a:t>The</a:t>
            </a:r>
            <a:pPr algn="l" indent="0" marL="0">
              <a:lnSpc>
                <a:spcPts val="2160"/>
              </a:lnSpc>
              <a:buNone/>
            </a:pPr>
            <a:r>
              <a:rPr lang="en-US" sz="1600" dirty="0">
                <a:solidFill>
                  <a:srgbClr val="15233F"/>
                </a:solidFill>
                <a:latin typeface="Arial" pitchFamily="34" charset="0"/>
                <a:ea typeface="Arial" pitchFamily="34" charset="-122"/>
                <a:cs typeface="Arial" pitchFamily="34" charset="-120"/>
              </a:rPr>
              <a:t> moon is very bright tonight.</a:t>
            </a:r>
            <a:endParaRPr lang="en-US" sz="1600" dirty="0"/>
          </a:p>
        </p:txBody>
      </p:sp>
      <p:sp>
        <p:nvSpPr>
          <p:cNvPr id="18" name="Text 16"/>
          <p:cNvSpPr txBox="1"/>
          <p:nvPr/>
        </p:nvSpPr>
        <p:spPr>
          <a:xfrm>
            <a:off x="1511320" y="3146725"/>
            <a:ext cx="4455414" cy="228600"/>
          </a:xfrm>
          <a:prstGeom prst="rect">
            <a:avLst/>
          </a:prstGeom>
          <a:noFill/>
          <a:ln/>
        </p:spPr>
        <p:txBody>
          <a:bodyPr wrap="square" lIns="0" tIns="0" rIns="0" bIns="0" rtlCol="0" anchor="t"/>
          <a:lstStyle/>
          <a:p>
            <a:pPr algn="l" indent="0" marL="0">
              <a:lnSpc>
                <a:spcPts val="1680"/>
              </a:lnSpc>
              <a:buNone/>
            </a:pPr>
            <a:r>
              <a:rPr lang="en-US" sz="1200" dirty="0">
                <a:solidFill>
                  <a:srgbClr val="3F4A5C"/>
                </a:solidFill>
                <a:latin typeface="Arial" pitchFamily="34" charset="0"/>
                <a:ea typeface="Arial" pitchFamily="34" charset="-122"/>
                <a:cs typeface="Arial" pitchFamily="34" charset="-120"/>
              </a:rPr>
              <a:t>There is only one moon.</a:t>
            </a:r>
            <a:endParaRPr lang="en-US" sz="1200" dirty="0"/>
          </a:p>
        </p:txBody>
      </p:sp>
      <p:sp>
        <p:nvSpPr>
          <p:cNvPr id="19" name="Shape 17"/>
          <p:cNvSpPr/>
          <p:nvPr/>
        </p:nvSpPr>
        <p:spPr>
          <a:xfrm>
            <a:off x="6159490" y="2722626"/>
            <a:ext cx="5219670" cy="792328"/>
          </a:xfrm>
          <a:prstGeom prst="roundRect">
            <a:avLst>
              <a:gd name="adj" fmla="val 12822"/>
            </a:avLst>
          </a:prstGeom>
          <a:solidFill>
            <a:srgbClr val="FFFDF9"/>
          </a:solidFill>
          <a:ln w="12700">
            <a:solidFill>
              <a:srgbClr val="E6DFD0"/>
            </a:solidFill>
            <a:prstDash val="solid"/>
          </a:ln>
        </p:spPr>
      </p:sp>
      <p:sp>
        <p:nvSpPr>
          <p:cNvPr id="20" name="Shape 18"/>
          <p:cNvSpPr/>
          <p:nvPr/>
        </p:nvSpPr>
        <p:spPr>
          <a:xfrm>
            <a:off x="6349959" y="2941076"/>
            <a:ext cx="355610" cy="355610"/>
          </a:xfrm>
          <a:prstGeom prst="ellipse">
            <a:avLst/>
          </a:prstGeom>
          <a:solidFill>
            <a:srgbClr val="15233F"/>
          </a:solidFill>
          <a:ln/>
        </p:spPr>
      </p:sp>
      <p:sp>
        <p:nvSpPr>
          <p:cNvPr id="21" name="Text 19"/>
          <p:cNvSpPr txBox="1"/>
          <p:nvPr/>
        </p:nvSpPr>
        <p:spPr>
          <a:xfrm>
            <a:off x="6327374" y="2941076"/>
            <a:ext cx="400782" cy="355610"/>
          </a:xfrm>
          <a:prstGeom prst="rect">
            <a:avLst/>
          </a:prstGeom>
          <a:noFill/>
          <a:ln/>
        </p:spPr>
        <p:txBody>
          <a:bodyPr wrap="square" lIns="0" tIns="0" rIns="0" bIns="0" rtlCol="0" anchor="ctr"/>
          <a:lstStyle/>
          <a:p>
            <a:pPr algn="ctr" indent="0" marL="0">
              <a:buNone/>
            </a:pPr>
            <a:r>
              <a:rPr lang="en-US" sz="1200" b="1" dirty="0">
                <a:solidFill>
                  <a:srgbClr val="F4EFE4"/>
                </a:solidFill>
                <a:latin typeface="Arial" pitchFamily="34" charset="0"/>
                <a:ea typeface="Arial" pitchFamily="34" charset="-122"/>
                <a:cs typeface="Arial" pitchFamily="34" charset="-120"/>
              </a:rPr>
              <a:t>6</a:t>
            </a:r>
            <a:endParaRPr lang="en-US" sz="1200" dirty="0"/>
          </a:p>
        </p:txBody>
      </p:sp>
      <p:sp>
        <p:nvSpPr>
          <p:cNvPr id="22" name="Text 20"/>
          <p:cNvSpPr txBox="1"/>
          <p:nvPr/>
        </p:nvSpPr>
        <p:spPr>
          <a:xfrm>
            <a:off x="6858000" y="2847167"/>
            <a:ext cx="4455414" cy="289499"/>
          </a:xfrm>
          <a:prstGeom prst="rect">
            <a:avLst/>
          </a:prstGeom>
          <a:noFill/>
          <a:ln/>
        </p:spPr>
        <p:txBody>
          <a:bodyPr wrap="square" lIns="0" tIns="0" rIns="0" bIns="0" rtlCol="0" anchor="t"/>
          <a:lstStyle/>
          <a:p>
            <a:pPr algn="l" indent="0" marL="0">
              <a:lnSpc>
                <a:spcPts val="2160"/>
              </a:lnSpc>
              <a:buNone/>
            </a:pPr>
            <a:r>
              <a:rPr lang="en-US" sz="1600" dirty="0">
                <a:solidFill>
                  <a:srgbClr val="15233F"/>
                </a:solidFill>
                <a:latin typeface="Arial" pitchFamily="34" charset="0"/>
                <a:ea typeface="Arial" pitchFamily="34" charset="-122"/>
                <a:cs typeface="Arial" pitchFamily="34" charset="-120"/>
              </a:rPr>
              <a:t>We waited for </a:t>
            </a:r>
            <a:pPr algn="l" indent="0" marL="0">
              <a:lnSpc>
                <a:spcPts val="2160"/>
              </a:lnSpc>
              <a:buNone/>
            </a:pPr>
            <a:r>
              <a:rPr lang="en-US" sz="1600" b="1" dirty="0">
                <a:solidFill>
                  <a:srgbClr val="2A5BC4"/>
                </a:solidFill>
                <a:latin typeface="Arial" pitchFamily="34" charset="0"/>
                <a:ea typeface="Arial" pitchFamily="34" charset="-122"/>
                <a:cs typeface="Arial" pitchFamily="34" charset="-120"/>
              </a:rPr>
              <a:t>an</a:t>
            </a:r>
            <a:pPr algn="l" indent="0" marL="0">
              <a:lnSpc>
                <a:spcPts val="2160"/>
              </a:lnSpc>
              <a:buNone/>
            </a:pPr>
            <a:r>
              <a:rPr lang="en-US" sz="1600" dirty="0">
                <a:solidFill>
                  <a:srgbClr val="15233F"/>
                </a:solidFill>
                <a:latin typeface="Arial" pitchFamily="34" charset="0"/>
                <a:ea typeface="Arial" pitchFamily="34" charset="-122"/>
                <a:cs typeface="Arial" pitchFamily="34" charset="-120"/>
              </a:rPr>
              <a:t> hour.</a:t>
            </a:r>
            <a:endParaRPr lang="en-US" sz="1600" dirty="0"/>
          </a:p>
        </p:txBody>
      </p:sp>
      <p:sp>
        <p:nvSpPr>
          <p:cNvPr id="23" name="Text 21"/>
          <p:cNvSpPr txBox="1"/>
          <p:nvPr/>
        </p:nvSpPr>
        <p:spPr>
          <a:xfrm>
            <a:off x="6858000" y="3146725"/>
            <a:ext cx="4455414" cy="228600"/>
          </a:xfrm>
          <a:prstGeom prst="rect">
            <a:avLst/>
          </a:prstGeom>
          <a:noFill/>
          <a:ln/>
        </p:spPr>
        <p:txBody>
          <a:bodyPr wrap="square" lIns="0" tIns="0" rIns="0" bIns="0" rtlCol="0" anchor="t"/>
          <a:lstStyle/>
          <a:p>
            <a:pPr algn="l" indent="0" marL="0">
              <a:lnSpc>
                <a:spcPts val="1680"/>
              </a:lnSpc>
              <a:buNone/>
            </a:pPr>
            <a:r>
              <a:rPr lang="en-US" sz="1200" dirty="0">
                <a:solidFill>
                  <a:srgbClr val="3F4A5C"/>
                </a:solidFill>
                <a:latin typeface="Arial" pitchFamily="34" charset="0"/>
                <a:ea typeface="Arial" pitchFamily="34" charset="-122"/>
                <a:cs typeface="Arial" pitchFamily="34" charset="-120"/>
              </a:rPr>
              <a:t>Silent h, so a vowel sound.</a:t>
            </a:r>
            <a:endParaRPr lang="en-US" sz="1200" dirty="0"/>
          </a:p>
        </p:txBody>
      </p:sp>
      <p:sp>
        <p:nvSpPr>
          <p:cNvPr id="24" name="Shape 22"/>
          <p:cNvSpPr/>
          <p:nvPr/>
        </p:nvSpPr>
        <p:spPr>
          <a:xfrm>
            <a:off x="812810" y="3642055"/>
            <a:ext cx="5219670" cy="792328"/>
          </a:xfrm>
          <a:prstGeom prst="roundRect">
            <a:avLst>
              <a:gd name="adj" fmla="val 12822"/>
            </a:avLst>
          </a:prstGeom>
          <a:solidFill>
            <a:srgbClr val="FFFDF9"/>
          </a:solidFill>
          <a:ln w="12700">
            <a:solidFill>
              <a:srgbClr val="E6DFD0"/>
            </a:solidFill>
            <a:prstDash val="solid"/>
          </a:ln>
        </p:spPr>
      </p:sp>
      <p:sp>
        <p:nvSpPr>
          <p:cNvPr id="25" name="Shape 23"/>
          <p:cNvSpPr/>
          <p:nvPr/>
        </p:nvSpPr>
        <p:spPr>
          <a:xfrm>
            <a:off x="1003280" y="3860414"/>
            <a:ext cx="355610" cy="355610"/>
          </a:xfrm>
          <a:prstGeom prst="ellipse">
            <a:avLst/>
          </a:prstGeom>
          <a:solidFill>
            <a:srgbClr val="15233F"/>
          </a:solidFill>
          <a:ln/>
        </p:spPr>
      </p:sp>
      <p:sp>
        <p:nvSpPr>
          <p:cNvPr id="26" name="Text 24"/>
          <p:cNvSpPr txBox="1"/>
          <p:nvPr/>
        </p:nvSpPr>
        <p:spPr>
          <a:xfrm>
            <a:off x="980694" y="3860414"/>
            <a:ext cx="400782" cy="355610"/>
          </a:xfrm>
          <a:prstGeom prst="rect">
            <a:avLst/>
          </a:prstGeom>
          <a:noFill/>
          <a:ln/>
        </p:spPr>
        <p:txBody>
          <a:bodyPr wrap="square" lIns="0" tIns="0" rIns="0" bIns="0" rtlCol="0" anchor="ctr"/>
          <a:lstStyle/>
          <a:p>
            <a:pPr algn="ctr" indent="0" marL="0">
              <a:buNone/>
            </a:pPr>
            <a:r>
              <a:rPr lang="en-US" sz="1200" b="1" dirty="0">
                <a:solidFill>
                  <a:srgbClr val="F4EFE4"/>
                </a:solidFill>
                <a:latin typeface="Arial" pitchFamily="34" charset="0"/>
                <a:ea typeface="Arial" pitchFamily="34" charset="-122"/>
                <a:cs typeface="Arial" pitchFamily="34" charset="-120"/>
              </a:rPr>
              <a:t>3</a:t>
            </a:r>
            <a:endParaRPr lang="en-US" sz="1200" dirty="0"/>
          </a:p>
        </p:txBody>
      </p:sp>
      <p:sp>
        <p:nvSpPr>
          <p:cNvPr id="27" name="Text 25"/>
          <p:cNvSpPr txBox="1"/>
          <p:nvPr/>
        </p:nvSpPr>
        <p:spPr>
          <a:xfrm>
            <a:off x="1511320" y="3766505"/>
            <a:ext cx="4455414" cy="289499"/>
          </a:xfrm>
          <a:prstGeom prst="rect">
            <a:avLst/>
          </a:prstGeom>
          <a:noFill/>
          <a:ln/>
        </p:spPr>
        <p:txBody>
          <a:bodyPr wrap="square" lIns="0" tIns="0" rIns="0" bIns="0" rtlCol="0" anchor="t"/>
          <a:lstStyle/>
          <a:p>
            <a:pPr algn="l" indent="0" marL="0">
              <a:lnSpc>
                <a:spcPts val="2160"/>
              </a:lnSpc>
              <a:buNone/>
            </a:pPr>
            <a:r>
              <a:rPr lang="en-US" sz="1600" dirty="0">
                <a:solidFill>
                  <a:srgbClr val="15233F"/>
                </a:solidFill>
                <a:latin typeface="Arial" pitchFamily="34" charset="0"/>
                <a:ea typeface="Arial" pitchFamily="34" charset="-122"/>
                <a:cs typeface="Arial" pitchFamily="34" charset="-120"/>
              </a:rPr>
              <a:t>She is </a:t>
            </a:r>
            <a:pPr algn="l" indent="0" marL="0">
              <a:lnSpc>
                <a:spcPts val="2160"/>
              </a:lnSpc>
              <a:buNone/>
            </a:pPr>
            <a:r>
              <a:rPr lang="en-US" sz="1600" b="1" dirty="0">
                <a:solidFill>
                  <a:srgbClr val="2A5BC4"/>
                </a:solidFill>
                <a:latin typeface="Arial" pitchFamily="34" charset="0"/>
                <a:ea typeface="Arial" pitchFamily="34" charset="-122"/>
                <a:cs typeface="Arial" pitchFamily="34" charset="-120"/>
              </a:rPr>
              <a:t>a</a:t>
            </a:r>
            <a:pPr algn="l" indent="0" marL="0">
              <a:lnSpc>
                <a:spcPts val="2160"/>
              </a:lnSpc>
              <a:buNone/>
            </a:pPr>
            <a:r>
              <a:rPr lang="en-US" sz="1600" dirty="0">
                <a:solidFill>
                  <a:srgbClr val="15233F"/>
                </a:solidFill>
                <a:latin typeface="Arial" pitchFamily="34" charset="0"/>
                <a:ea typeface="Arial" pitchFamily="34" charset="-122"/>
                <a:cs typeface="Arial" pitchFamily="34" charset="-120"/>
              </a:rPr>
              <a:t> university student.</a:t>
            </a:r>
            <a:endParaRPr lang="en-US" sz="1600" dirty="0"/>
          </a:p>
        </p:txBody>
      </p:sp>
      <p:sp>
        <p:nvSpPr>
          <p:cNvPr id="28" name="Text 26"/>
          <p:cNvSpPr txBox="1"/>
          <p:nvPr/>
        </p:nvSpPr>
        <p:spPr>
          <a:xfrm>
            <a:off x="1511320" y="4066154"/>
            <a:ext cx="4455414" cy="228600"/>
          </a:xfrm>
          <a:prstGeom prst="rect">
            <a:avLst/>
          </a:prstGeom>
          <a:noFill/>
          <a:ln/>
        </p:spPr>
        <p:txBody>
          <a:bodyPr wrap="square" lIns="0" tIns="0" rIns="0" bIns="0" rtlCol="0" anchor="t"/>
          <a:lstStyle/>
          <a:p>
            <a:pPr algn="l" indent="0" marL="0">
              <a:lnSpc>
                <a:spcPts val="1680"/>
              </a:lnSpc>
              <a:buNone/>
            </a:pPr>
            <a:r>
              <a:rPr lang="en-US" sz="1200" dirty="0">
                <a:solidFill>
                  <a:srgbClr val="3F4A5C"/>
                </a:solidFill>
                <a:latin typeface="Arial" pitchFamily="34" charset="0"/>
                <a:ea typeface="Arial" pitchFamily="34" charset="-122"/>
                <a:cs typeface="Arial" pitchFamily="34" charset="-120"/>
              </a:rPr>
              <a:t>“university” starts with a “you” sound.</a:t>
            </a:r>
            <a:endParaRPr lang="en-US" sz="1200" dirty="0"/>
          </a:p>
        </p:txBody>
      </p:sp>
      <p:sp>
        <p:nvSpPr>
          <p:cNvPr id="29" name="Shape 27"/>
          <p:cNvSpPr/>
          <p:nvPr/>
        </p:nvSpPr>
        <p:spPr>
          <a:xfrm>
            <a:off x="6159490" y="3642055"/>
            <a:ext cx="5219670" cy="792328"/>
          </a:xfrm>
          <a:prstGeom prst="roundRect">
            <a:avLst>
              <a:gd name="adj" fmla="val 12822"/>
            </a:avLst>
          </a:prstGeom>
          <a:solidFill>
            <a:srgbClr val="FFFDF9"/>
          </a:solidFill>
          <a:ln w="12700">
            <a:solidFill>
              <a:srgbClr val="E6DFD0"/>
            </a:solidFill>
            <a:prstDash val="solid"/>
          </a:ln>
        </p:spPr>
      </p:sp>
      <p:sp>
        <p:nvSpPr>
          <p:cNvPr id="30" name="Shape 28"/>
          <p:cNvSpPr/>
          <p:nvPr/>
        </p:nvSpPr>
        <p:spPr>
          <a:xfrm>
            <a:off x="6349959" y="3860414"/>
            <a:ext cx="355610" cy="355610"/>
          </a:xfrm>
          <a:prstGeom prst="ellipse">
            <a:avLst/>
          </a:prstGeom>
          <a:solidFill>
            <a:srgbClr val="15233F"/>
          </a:solidFill>
          <a:ln/>
        </p:spPr>
      </p:sp>
      <p:sp>
        <p:nvSpPr>
          <p:cNvPr id="31" name="Text 29"/>
          <p:cNvSpPr txBox="1"/>
          <p:nvPr/>
        </p:nvSpPr>
        <p:spPr>
          <a:xfrm>
            <a:off x="6327374" y="3860414"/>
            <a:ext cx="400782" cy="355610"/>
          </a:xfrm>
          <a:prstGeom prst="rect">
            <a:avLst/>
          </a:prstGeom>
          <a:noFill/>
          <a:ln/>
        </p:spPr>
        <p:txBody>
          <a:bodyPr wrap="square" lIns="0" tIns="0" rIns="0" bIns="0" rtlCol="0" anchor="ctr"/>
          <a:lstStyle/>
          <a:p>
            <a:pPr algn="ctr" indent="0" marL="0">
              <a:buNone/>
            </a:pPr>
            <a:r>
              <a:rPr lang="en-US" sz="1200" b="1" dirty="0">
                <a:solidFill>
                  <a:srgbClr val="F4EFE4"/>
                </a:solidFill>
                <a:latin typeface="Arial" pitchFamily="34" charset="0"/>
                <a:ea typeface="Arial" pitchFamily="34" charset="-122"/>
                <a:cs typeface="Arial" pitchFamily="34" charset="-120"/>
              </a:rPr>
              <a:t>7</a:t>
            </a:r>
            <a:endParaRPr lang="en-US" sz="1200" dirty="0"/>
          </a:p>
        </p:txBody>
      </p:sp>
      <p:sp>
        <p:nvSpPr>
          <p:cNvPr id="32" name="Text 30"/>
          <p:cNvSpPr txBox="1"/>
          <p:nvPr/>
        </p:nvSpPr>
        <p:spPr>
          <a:xfrm>
            <a:off x="6858000" y="3766505"/>
            <a:ext cx="4455414" cy="289499"/>
          </a:xfrm>
          <a:prstGeom prst="rect">
            <a:avLst/>
          </a:prstGeom>
          <a:noFill/>
          <a:ln/>
        </p:spPr>
        <p:txBody>
          <a:bodyPr wrap="square" lIns="0" tIns="0" rIns="0" bIns="0" rtlCol="0" anchor="t"/>
          <a:lstStyle/>
          <a:p>
            <a:pPr algn="l" indent="0" marL="0">
              <a:lnSpc>
                <a:spcPts val="2160"/>
              </a:lnSpc>
              <a:buNone/>
            </a:pPr>
            <a:r>
              <a:rPr lang="en-US" sz="1600" dirty="0">
                <a:solidFill>
                  <a:srgbClr val="15233F"/>
                </a:solidFill>
                <a:latin typeface="Arial" pitchFamily="34" charset="0"/>
                <a:ea typeface="Arial" pitchFamily="34" charset="-122"/>
                <a:cs typeface="Arial" pitchFamily="34" charset="-120"/>
              </a:rPr>
              <a:t>My brother plays </a:t>
            </a:r>
            <a:pPr algn="l" indent="0" marL="0">
              <a:lnSpc>
                <a:spcPts val="2160"/>
              </a:lnSpc>
              <a:buNone/>
            </a:pPr>
            <a:r>
              <a:rPr lang="en-US" sz="1600" b="1" dirty="0">
                <a:solidFill>
                  <a:srgbClr val="A2470F"/>
                </a:solidFill>
                <a:latin typeface="Arial" pitchFamily="34" charset="0"/>
                <a:ea typeface="Arial" pitchFamily="34" charset="-122"/>
                <a:cs typeface="Arial" pitchFamily="34" charset="-120"/>
              </a:rPr>
              <a:t>the</a:t>
            </a:r>
            <a:pPr algn="l" indent="0" marL="0">
              <a:lnSpc>
                <a:spcPts val="2160"/>
              </a:lnSpc>
              <a:buNone/>
            </a:pPr>
            <a:r>
              <a:rPr lang="en-US" sz="1600" dirty="0">
                <a:solidFill>
                  <a:srgbClr val="15233F"/>
                </a:solidFill>
                <a:latin typeface="Arial" pitchFamily="34" charset="0"/>
                <a:ea typeface="Arial" pitchFamily="34" charset="-122"/>
                <a:cs typeface="Arial" pitchFamily="34" charset="-120"/>
              </a:rPr>
              <a:t> guitar.</a:t>
            </a:r>
            <a:endParaRPr lang="en-US" sz="1600" dirty="0"/>
          </a:p>
        </p:txBody>
      </p:sp>
      <p:sp>
        <p:nvSpPr>
          <p:cNvPr id="33" name="Text 31"/>
          <p:cNvSpPr txBox="1"/>
          <p:nvPr/>
        </p:nvSpPr>
        <p:spPr>
          <a:xfrm>
            <a:off x="6858000" y="4066154"/>
            <a:ext cx="4455414" cy="228600"/>
          </a:xfrm>
          <a:prstGeom prst="rect">
            <a:avLst/>
          </a:prstGeom>
          <a:noFill/>
          <a:ln/>
        </p:spPr>
        <p:txBody>
          <a:bodyPr wrap="square" lIns="0" tIns="0" rIns="0" bIns="0" rtlCol="0" anchor="t"/>
          <a:lstStyle/>
          <a:p>
            <a:pPr algn="l" indent="0" marL="0">
              <a:lnSpc>
                <a:spcPts val="1680"/>
              </a:lnSpc>
              <a:buNone/>
            </a:pPr>
            <a:r>
              <a:rPr lang="en-US" sz="1200" dirty="0">
                <a:solidFill>
                  <a:srgbClr val="3F4A5C"/>
                </a:solidFill>
                <a:latin typeface="Arial" pitchFamily="34" charset="0"/>
                <a:ea typeface="Arial" pitchFamily="34" charset="-122"/>
                <a:cs typeface="Arial" pitchFamily="34" charset="-120"/>
              </a:rPr>
              <a:t>Musical instruments take the.</a:t>
            </a:r>
            <a:endParaRPr lang="en-US" sz="1200" dirty="0"/>
          </a:p>
        </p:txBody>
      </p:sp>
      <p:sp>
        <p:nvSpPr>
          <p:cNvPr id="34" name="Shape 32"/>
          <p:cNvSpPr/>
          <p:nvPr/>
        </p:nvSpPr>
        <p:spPr>
          <a:xfrm>
            <a:off x="812810" y="4561393"/>
            <a:ext cx="5219670" cy="792328"/>
          </a:xfrm>
          <a:prstGeom prst="roundRect">
            <a:avLst>
              <a:gd name="adj" fmla="val 12822"/>
            </a:avLst>
          </a:prstGeom>
          <a:solidFill>
            <a:srgbClr val="FFFDF9"/>
          </a:solidFill>
          <a:ln w="12700">
            <a:solidFill>
              <a:srgbClr val="E6DFD0"/>
            </a:solidFill>
            <a:prstDash val="solid"/>
          </a:ln>
        </p:spPr>
      </p:sp>
      <p:sp>
        <p:nvSpPr>
          <p:cNvPr id="35" name="Shape 33"/>
          <p:cNvSpPr/>
          <p:nvPr/>
        </p:nvSpPr>
        <p:spPr>
          <a:xfrm>
            <a:off x="1003280" y="4779752"/>
            <a:ext cx="355610" cy="355610"/>
          </a:xfrm>
          <a:prstGeom prst="ellipse">
            <a:avLst/>
          </a:prstGeom>
          <a:solidFill>
            <a:srgbClr val="15233F"/>
          </a:solidFill>
          <a:ln/>
        </p:spPr>
      </p:sp>
      <p:sp>
        <p:nvSpPr>
          <p:cNvPr id="36" name="Text 34"/>
          <p:cNvSpPr txBox="1"/>
          <p:nvPr/>
        </p:nvSpPr>
        <p:spPr>
          <a:xfrm>
            <a:off x="980694" y="4779752"/>
            <a:ext cx="400782" cy="355610"/>
          </a:xfrm>
          <a:prstGeom prst="rect">
            <a:avLst/>
          </a:prstGeom>
          <a:noFill/>
          <a:ln/>
        </p:spPr>
        <p:txBody>
          <a:bodyPr wrap="square" lIns="0" tIns="0" rIns="0" bIns="0" rtlCol="0" anchor="ctr"/>
          <a:lstStyle/>
          <a:p>
            <a:pPr algn="ctr" indent="0" marL="0">
              <a:buNone/>
            </a:pPr>
            <a:r>
              <a:rPr lang="en-US" sz="1200" b="1" dirty="0">
                <a:solidFill>
                  <a:srgbClr val="F4EFE4"/>
                </a:solidFill>
                <a:latin typeface="Arial" pitchFamily="34" charset="0"/>
                <a:ea typeface="Arial" pitchFamily="34" charset="-122"/>
                <a:cs typeface="Arial" pitchFamily="34" charset="-120"/>
              </a:rPr>
              <a:t>4</a:t>
            </a:r>
            <a:endParaRPr lang="en-US" sz="1200" dirty="0"/>
          </a:p>
        </p:txBody>
      </p:sp>
      <p:sp>
        <p:nvSpPr>
          <p:cNvPr id="37" name="Text 35"/>
          <p:cNvSpPr txBox="1"/>
          <p:nvPr/>
        </p:nvSpPr>
        <p:spPr>
          <a:xfrm>
            <a:off x="1511320" y="4685843"/>
            <a:ext cx="4455414" cy="289499"/>
          </a:xfrm>
          <a:prstGeom prst="rect">
            <a:avLst/>
          </a:prstGeom>
          <a:noFill/>
          <a:ln/>
        </p:spPr>
        <p:txBody>
          <a:bodyPr wrap="square" lIns="0" tIns="0" rIns="0" bIns="0" rtlCol="0" anchor="t"/>
          <a:lstStyle/>
          <a:p>
            <a:pPr algn="l" indent="0" marL="0">
              <a:lnSpc>
                <a:spcPts val="2160"/>
              </a:lnSpc>
              <a:buNone/>
            </a:pPr>
            <a:r>
              <a:rPr lang="en-US" sz="1600" dirty="0">
                <a:solidFill>
                  <a:srgbClr val="15233F"/>
                </a:solidFill>
                <a:latin typeface="Arial" pitchFamily="34" charset="0"/>
                <a:ea typeface="Arial" pitchFamily="34" charset="-122"/>
                <a:cs typeface="Arial" pitchFamily="34" charset="-120"/>
              </a:rPr>
              <a:t>I usually have </a:t>
            </a:r>
            <a:pPr algn="l" indent="0" marL="0">
              <a:lnSpc>
                <a:spcPts val="2160"/>
              </a:lnSpc>
              <a:buNone/>
            </a:pPr>
            <a:r>
              <a:rPr lang="en-US" sz="1600" b="1" dirty="0">
                <a:solidFill>
                  <a:srgbClr val="5E6675"/>
                </a:solidFill>
                <a:latin typeface="Arial" pitchFamily="34" charset="0"/>
                <a:ea typeface="Arial" pitchFamily="34" charset="-122"/>
                <a:cs typeface="Arial" pitchFamily="34" charset="-120"/>
              </a:rPr>
              <a:t>Ø</a:t>
            </a:r>
            <a:pPr algn="l" indent="0" marL="0">
              <a:lnSpc>
                <a:spcPts val="2160"/>
              </a:lnSpc>
              <a:buNone/>
            </a:pPr>
            <a:r>
              <a:rPr lang="en-US" sz="1600" dirty="0">
                <a:solidFill>
                  <a:srgbClr val="15233F"/>
                </a:solidFill>
                <a:latin typeface="Arial" pitchFamily="34" charset="0"/>
                <a:ea typeface="Arial" pitchFamily="34" charset="-122"/>
                <a:cs typeface="Arial" pitchFamily="34" charset="-120"/>
              </a:rPr>
              <a:t> breakfast at 8.</a:t>
            </a:r>
            <a:endParaRPr lang="en-US" sz="1600" dirty="0"/>
          </a:p>
        </p:txBody>
      </p:sp>
      <p:sp>
        <p:nvSpPr>
          <p:cNvPr id="38" name="Text 36"/>
          <p:cNvSpPr txBox="1"/>
          <p:nvPr/>
        </p:nvSpPr>
        <p:spPr>
          <a:xfrm>
            <a:off x="1511320" y="4985492"/>
            <a:ext cx="4455414" cy="228600"/>
          </a:xfrm>
          <a:prstGeom prst="rect">
            <a:avLst/>
          </a:prstGeom>
          <a:noFill/>
          <a:ln/>
        </p:spPr>
        <p:txBody>
          <a:bodyPr wrap="square" lIns="0" tIns="0" rIns="0" bIns="0" rtlCol="0" anchor="t"/>
          <a:lstStyle/>
          <a:p>
            <a:pPr algn="l" indent="0" marL="0">
              <a:lnSpc>
                <a:spcPts val="1680"/>
              </a:lnSpc>
              <a:buNone/>
            </a:pPr>
            <a:r>
              <a:rPr lang="en-US" sz="1200" dirty="0">
                <a:solidFill>
                  <a:srgbClr val="3F4A5C"/>
                </a:solidFill>
                <a:latin typeface="Arial" pitchFamily="34" charset="0"/>
                <a:ea typeface="Arial" pitchFamily="34" charset="-122"/>
                <a:cs typeface="Arial" pitchFamily="34" charset="-120"/>
              </a:rPr>
              <a:t>Meals take no article.</a:t>
            </a:r>
            <a:endParaRPr lang="en-US" sz="1200" dirty="0"/>
          </a:p>
        </p:txBody>
      </p:sp>
      <p:sp>
        <p:nvSpPr>
          <p:cNvPr id="39" name="Shape 37"/>
          <p:cNvSpPr/>
          <p:nvPr/>
        </p:nvSpPr>
        <p:spPr>
          <a:xfrm>
            <a:off x="6159490" y="4561393"/>
            <a:ext cx="5219670" cy="792328"/>
          </a:xfrm>
          <a:prstGeom prst="roundRect">
            <a:avLst>
              <a:gd name="adj" fmla="val 12822"/>
            </a:avLst>
          </a:prstGeom>
          <a:solidFill>
            <a:srgbClr val="FFFDF9"/>
          </a:solidFill>
          <a:ln w="12700">
            <a:solidFill>
              <a:srgbClr val="E6DFD0"/>
            </a:solidFill>
            <a:prstDash val="solid"/>
          </a:ln>
        </p:spPr>
      </p:sp>
      <p:sp>
        <p:nvSpPr>
          <p:cNvPr id="40" name="Shape 38"/>
          <p:cNvSpPr/>
          <p:nvPr/>
        </p:nvSpPr>
        <p:spPr>
          <a:xfrm>
            <a:off x="6349959" y="4779752"/>
            <a:ext cx="355610" cy="355610"/>
          </a:xfrm>
          <a:prstGeom prst="ellipse">
            <a:avLst/>
          </a:prstGeom>
          <a:solidFill>
            <a:srgbClr val="15233F"/>
          </a:solidFill>
          <a:ln/>
        </p:spPr>
      </p:sp>
      <p:sp>
        <p:nvSpPr>
          <p:cNvPr id="41" name="Text 39"/>
          <p:cNvSpPr txBox="1"/>
          <p:nvPr/>
        </p:nvSpPr>
        <p:spPr>
          <a:xfrm>
            <a:off x="6327374" y="4779752"/>
            <a:ext cx="400782" cy="355610"/>
          </a:xfrm>
          <a:prstGeom prst="rect">
            <a:avLst/>
          </a:prstGeom>
          <a:noFill/>
          <a:ln/>
        </p:spPr>
        <p:txBody>
          <a:bodyPr wrap="square" lIns="0" tIns="0" rIns="0" bIns="0" rtlCol="0" anchor="ctr"/>
          <a:lstStyle/>
          <a:p>
            <a:pPr algn="ctr" indent="0" marL="0">
              <a:buNone/>
            </a:pPr>
            <a:r>
              <a:rPr lang="en-US" sz="1200" b="1" dirty="0">
                <a:solidFill>
                  <a:srgbClr val="F4EFE4"/>
                </a:solidFill>
                <a:latin typeface="Arial" pitchFamily="34" charset="0"/>
                <a:ea typeface="Arial" pitchFamily="34" charset="-122"/>
                <a:cs typeface="Arial" pitchFamily="34" charset="-120"/>
              </a:rPr>
              <a:t>8</a:t>
            </a:r>
            <a:endParaRPr lang="en-US" sz="1200" dirty="0"/>
          </a:p>
        </p:txBody>
      </p:sp>
      <p:sp>
        <p:nvSpPr>
          <p:cNvPr id="42" name="Text 40"/>
          <p:cNvSpPr txBox="1"/>
          <p:nvPr/>
        </p:nvSpPr>
        <p:spPr>
          <a:xfrm>
            <a:off x="6858000" y="4685843"/>
            <a:ext cx="4455414" cy="289499"/>
          </a:xfrm>
          <a:prstGeom prst="rect">
            <a:avLst/>
          </a:prstGeom>
          <a:noFill/>
          <a:ln/>
        </p:spPr>
        <p:txBody>
          <a:bodyPr wrap="square" lIns="0" tIns="0" rIns="0" bIns="0" rtlCol="0" anchor="t"/>
          <a:lstStyle/>
          <a:p>
            <a:pPr algn="l" indent="0" marL="0">
              <a:lnSpc>
                <a:spcPts val="2160"/>
              </a:lnSpc>
              <a:buNone/>
            </a:pPr>
            <a:r>
              <a:rPr lang="en-US" sz="1600" b="1" dirty="0">
                <a:solidFill>
                  <a:srgbClr val="5E6675"/>
                </a:solidFill>
                <a:latin typeface="Arial" pitchFamily="34" charset="0"/>
                <a:ea typeface="Arial" pitchFamily="34" charset="-122"/>
                <a:cs typeface="Arial" pitchFamily="34" charset="-120"/>
              </a:rPr>
              <a:t>Ø</a:t>
            </a:r>
            <a:pPr algn="l" indent="0" marL="0">
              <a:lnSpc>
                <a:spcPts val="2160"/>
              </a:lnSpc>
              <a:buNone/>
            </a:pPr>
            <a:r>
              <a:rPr lang="en-US" sz="1600" dirty="0">
                <a:solidFill>
                  <a:srgbClr val="15233F"/>
                </a:solidFill>
                <a:latin typeface="Arial" pitchFamily="34" charset="0"/>
                <a:ea typeface="Arial" pitchFamily="34" charset="-122"/>
                <a:cs typeface="Arial" pitchFamily="34" charset="-120"/>
              </a:rPr>
              <a:t> Honesty is very important.</a:t>
            </a:r>
            <a:endParaRPr lang="en-US" sz="1600" dirty="0"/>
          </a:p>
        </p:txBody>
      </p:sp>
      <p:sp>
        <p:nvSpPr>
          <p:cNvPr id="43" name="Text 41"/>
          <p:cNvSpPr txBox="1"/>
          <p:nvPr/>
        </p:nvSpPr>
        <p:spPr>
          <a:xfrm>
            <a:off x="6858000" y="4985492"/>
            <a:ext cx="4455414" cy="228600"/>
          </a:xfrm>
          <a:prstGeom prst="rect">
            <a:avLst/>
          </a:prstGeom>
          <a:noFill/>
          <a:ln/>
        </p:spPr>
        <p:txBody>
          <a:bodyPr wrap="square" lIns="0" tIns="0" rIns="0" bIns="0" rtlCol="0" anchor="t"/>
          <a:lstStyle/>
          <a:p>
            <a:pPr algn="l" indent="0" marL="0">
              <a:lnSpc>
                <a:spcPts val="1680"/>
              </a:lnSpc>
              <a:buNone/>
            </a:pPr>
            <a:r>
              <a:rPr lang="en-US" sz="1200" dirty="0">
                <a:solidFill>
                  <a:srgbClr val="3F4A5C"/>
                </a:solidFill>
                <a:latin typeface="Arial" pitchFamily="34" charset="0"/>
                <a:ea typeface="Arial" pitchFamily="34" charset="-122"/>
                <a:cs typeface="Arial" pitchFamily="34" charset="-120"/>
              </a:rPr>
              <a:t>A general idea (uncountable).</a:t>
            </a:r>
            <a:endParaRPr lang="en-US" sz="1200" dirty="0"/>
          </a:p>
        </p:txBody>
      </p:sp>
      <p:sp>
        <p:nvSpPr>
          <p:cNvPr id="44" name="Text 42"/>
          <p:cNvSpPr txBox="1"/>
          <p:nvPr/>
        </p:nvSpPr>
        <p:spPr>
          <a:xfrm>
            <a:off x="812810" y="6223041"/>
            <a:ext cx="7810530" cy="228600"/>
          </a:xfrm>
          <a:prstGeom prst="rect">
            <a:avLst/>
          </a:prstGeom>
          <a:noFill/>
          <a:ln/>
        </p:spPr>
        <p:txBody>
          <a:bodyPr wrap="square" lIns="0" tIns="0" rIns="0" bIns="0" rtlCol="0" anchor="t"/>
          <a:lstStyle/>
          <a:p>
            <a:pPr algn="l" indent="0" marL="0">
              <a:lnSpc>
                <a:spcPts val="1680"/>
              </a:lnSpc>
              <a:buNone/>
            </a:pPr>
            <a:r>
              <a:rPr lang="en-US" sz="1200" dirty="0">
                <a:solidFill>
                  <a:srgbClr val="636B78"/>
                </a:solidFill>
                <a:latin typeface="Arial" pitchFamily="34" charset="0"/>
                <a:ea typeface="Arial" pitchFamily="34" charset="-122"/>
                <a:cs typeface="Arial" pitchFamily="34" charset="-120"/>
              </a:rPr>
              <a:t>English Articles · A, An &amp; The</a:t>
            </a:r>
            <a:endParaRPr lang="en-US" sz="1200" dirty="0"/>
          </a:p>
        </p:txBody>
      </p:sp>
      <p:sp>
        <p:nvSpPr>
          <p:cNvPr id="45" name="Text 43"/>
          <p:cNvSpPr txBox="1"/>
          <p:nvPr/>
        </p:nvSpPr>
        <p:spPr>
          <a:xfrm>
            <a:off x="10045690" y="6223041"/>
            <a:ext cx="1333470" cy="228600"/>
          </a:xfrm>
          <a:prstGeom prst="rect">
            <a:avLst/>
          </a:prstGeom>
          <a:noFill/>
          <a:ln/>
        </p:spPr>
        <p:txBody>
          <a:bodyPr wrap="square" lIns="0" tIns="0" rIns="0" bIns="0" rtlCol="0" anchor="t"/>
          <a:lstStyle/>
          <a:p>
            <a:pPr algn="r" indent="0" marL="0">
              <a:lnSpc>
                <a:spcPts val="1680"/>
              </a:lnSpc>
              <a:buNone/>
            </a:pPr>
            <a:r>
              <a:rPr lang="en-US" sz="1200" dirty="0">
                <a:solidFill>
                  <a:srgbClr val="636B78"/>
                </a:solidFill>
                <a:latin typeface="Arial" pitchFamily="34" charset="0"/>
                <a:ea typeface="Arial" pitchFamily="34" charset="-122"/>
                <a:cs typeface="Arial" pitchFamily="34" charset="-120"/>
              </a:rPr>
              <a:t>20</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AF7F0"/>
        </a:solidFill>
      </p:bgPr>
    </p:bg>
    <p:spTree>
      <p:nvGrpSpPr>
        <p:cNvPr id="1" name=""/>
        <p:cNvGrpSpPr/>
        <p:nvPr/>
      </p:nvGrpSpPr>
      <p:grpSpPr>
        <a:xfrm>
          <a:off x="0" y="0"/>
          <a:ext cx="0" cy="0"/>
          <a:chOff x="0" y="0"/>
          <a:chExt cx="0" cy="0"/>
        </a:xfrm>
      </p:grpSpPr>
      <p:sp>
        <p:nvSpPr>
          <p:cNvPr id="2" name="Text 0"/>
          <p:cNvSpPr txBox="1"/>
          <p:nvPr/>
        </p:nvSpPr>
        <p:spPr>
          <a:xfrm>
            <a:off x="812810" y="797540"/>
            <a:ext cx="10815798" cy="228600"/>
          </a:xfrm>
          <a:prstGeom prst="rect">
            <a:avLst/>
          </a:prstGeom>
          <a:noFill/>
          <a:ln/>
        </p:spPr>
        <p:txBody>
          <a:bodyPr wrap="square" lIns="0" tIns="0" rIns="0" bIns="0" rtlCol="0" anchor="t"/>
          <a:lstStyle/>
          <a:p>
            <a:pPr algn="l" indent="0" marL="0">
              <a:lnSpc>
                <a:spcPts val="1680"/>
              </a:lnSpc>
              <a:buNone/>
            </a:pPr>
            <a:r>
              <a:rPr lang="en-US" sz="1200" b="1" spc="150" kern="0" dirty="0">
                <a:solidFill>
                  <a:srgbClr val="636B78"/>
                </a:solidFill>
                <a:latin typeface="Arial" pitchFamily="34" charset="0"/>
                <a:ea typeface="Arial" pitchFamily="34" charset="-122"/>
                <a:cs typeface="Arial" pitchFamily="34" charset="-120"/>
              </a:rPr>
              <a:t>06 · SUMMARY</a:t>
            </a:r>
            <a:endParaRPr lang="en-US" sz="1200" dirty="0"/>
          </a:p>
        </p:txBody>
      </p:sp>
      <p:sp>
        <p:nvSpPr>
          <p:cNvPr id="3" name="Text 1"/>
          <p:cNvSpPr txBox="1"/>
          <p:nvPr/>
        </p:nvSpPr>
        <p:spPr>
          <a:xfrm>
            <a:off x="812810" y="1102309"/>
            <a:ext cx="10815798" cy="446959"/>
          </a:xfrm>
          <a:prstGeom prst="rect">
            <a:avLst/>
          </a:prstGeom>
          <a:noFill/>
          <a:ln/>
        </p:spPr>
        <p:txBody>
          <a:bodyPr wrap="square" lIns="0" tIns="0" rIns="0" bIns="0" rtlCol="0" anchor="t"/>
          <a:lstStyle/>
          <a:p>
            <a:pPr algn="l" indent="0" marL="0">
              <a:lnSpc>
                <a:spcPts val="3520"/>
              </a:lnSpc>
              <a:buNone/>
            </a:pPr>
            <a:r>
              <a:rPr lang="en-US" sz="3200" b="1" dirty="0">
                <a:solidFill>
                  <a:srgbClr val="15233F"/>
                </a:solidFill>
                <a:latin typeface="Arial" pitchFamily="34" charset="0"/>
                <a:ea typeface="Arial" pitchFamily="34" charset="-122"/>
                <a:cs typeface="Arial" pitchFamily="34" charset="-120"/>
              </a:rPr>
              <a:t>Cheat sheet</a:t>
            </a:r>
            <a:endParaRPr lang="en-US" sz="3200" dirty="0"/>
          </a:p>
        </p:txBody>
      </p:sp>
      <p:sp>
        <p:nvSpPr>
          <p:cNvPr id="4" name="Shape 2"/>
          <p:cNvSpPr/>
          <p:nvPr/>
        </p:nvSpPr>
        <p:spPr>
          <a:xfrm>
            <a:off x="812810" y="1803288"/>
            <a:ext cx="3386663" cy="2743017"/>
          </a:xfrm>
          <a:prstGeom prst="roundRect">
            <a:avLst>
              <a:gd name="adj" fmla="val 4630"/>
            </a:avLst>
          </a:prstGeom>
          <a:solidFill>
            <a:srgbClr val="E4EBFA"/>
          </a:solidFill>
          <a:ln/>
        </p:spPr>
      </p:sp>
      <p:sp>
        <p:nvSpPr>
          <p:cNvPr id="5" name="Text 3"/>
          <p:cNvSpPr txBox="1"/>
          <p:nvPr/>
        </p:nvSpPr>
        <p:spPr>
          <a:xfrm>
            <a:off x="1066830" y="2057309"/>
            <a:ext cx="2974269" cy="446959"/>
          </a:xfrm>
          <a:prstGeom prst="rect">
            <a:avLst/>
          </a:prstGeom>
          <a:noFill/>
          <a:ln/>
        </p:spPr>
        <p:txBody>
          <a:bodyPr wrap="square" lIns="0" tIns="0" rIns="0" bIns="0" rtlCol="0" anchor="t"/>
          <a:lstStyle/>
          <a:p>
            <a:pPr algn="l" indent="0" marL="0">
              <a:lnSpc>
                <a:spcPts val="3520"/>
              </a:lnSpc>
              <a:buNone/>
            </a:pPr>
            <a:r>
              <a:rPr lang="en-US" sz="3200" b="1" dirty="0">
                <a:solidFill>
                  <a:srgbClr val="2A5BC4"/>
                </a:solidFill>
                <a:latin typeface="Arial" pitchFamily="34" charset="0"/>
                <a:ea typeface="Arial" pitchFamily="34" charset="-122"/>
                <a:cs typeface="Arial" pitchFamily="34" charset="-120"/>
              </a:rPr>
              <a:t>a / an</a:t>
            </a:r>
            <a:endParaRPr lang="en-US" sz="3200" dirty="0"/>
          </a:p>
        </p:txBody>
      </p:sp>
      <p:sp>
        <p:nvSpPr>
          <p:cNvPr id="6" name="Text 4"/>
          <p:cNvSpPr txBox="1"/>
          <p:nvPr/>
        </p:nvSpPr>
        <p:spPr>
          <a:xfrm>
            <a:off x="1066830" y="2565258"/>
            <a:ext cx="2974269" cy="228600"/>
          </a:xfrm>
          <a:prstGeom prst="rect">
            <a:avLst/>
          </a:prstGeom>
          <a:noFill/>
          <a:ln/>
        </p:spPr>
        <p:txBody>
          <a:bodyPr wrap="square" lIns="0" tIns="0" rIns="0" bIns="0" rtlCol="0" anchor="t"/>
          <a:lstStyle/>
          <a:p>
            <a:pPr algn="l" indent="0" marL="0">
              <a:lnSpc>
                <a:spcPts val="1680"/>
              </a:lnSpc>
              <a:buNone/>
            </a:pPr>
            <a:r>
              <a:rPr lang="en-US" sz="1200" b="1" spc="100" kern="0" dirty="0">
                <a:solidFill>
                  <a:srgbClr val="2A5BC4"/>
                </a:solidFill>
                <a:latin typeface="Arial" pitchFamily="34" charset="0"/>
                <a:ea typeface="Arial" pitchFamily="34" charset="-122"/>
                <a:cs typeface="Arial" pitchFamily="34" charset="-120"/>
              </a:rPr>
              <a:t>ANY ONE</a:t>
            </a:r>
            <a:endParaRPr lang="en-US" sz="1200" dirty="0"/>
          </a:p>
        </p:txBody>
      </p:sp>
      <p:sp>
        <p:nvSpPr>
          <p:cNvPr id="7" name="Text 5"/>
          <p:cNvSpPr txBox="1"/>
          <p:nvPr/>
        </p:nvSpPr>
        <p:spPr>
          <a:xfrm>
            <a:off x="1066830" y="2829336"/>
            <a:ext cx="2929463" cy="1462949"/>
          </a:xfrm>
          <a:prstGeom prst="rect">
            <a:avLst/>
          </a:prstGeom>
          <a:noFill/>
          <a:ln/>
        </p:spPr>
        <p:txBody>
          <a:bodyPr wrap="square" lIns="0" tIns="0" rIns="0" bIns="0" rtlCol="0" anchor="t"/>
          <a:lstStyle/>
          <a:p>
            <a:pPr marL="223520" indent="-223520">
              <a:lnSpc>
                <a:spcPts val="2560"/>
              </a:lnSpc>
              <a:buSzPct val="100000"/>
              <a:buChar char="•"/>
            </a:pPr>
            <a:r>
              <a:rPr lang="en-US" sz="1600" dirty="0">
                <a:solidFill>
                  <a:srgbClr val="15233F"/>
                </a:solidFill>
                <a:latin typeface="Arial" pitchFamily="34" charset="0"/>
                <a:ea typeface="Arial" pitchFamily="34" charset="-122"/>
                <a:cs typeface="Arial" pitchFamily="34" charset="-120"/>
              </a:rPr>
              <a:t>one countable thing</a:t>
            </a:r>
            <a:endParaRPr lang="en-US" sz="1600" dirty="0"/>
          </a:p>
          <a:p>
            <a:pPr marL="223520" indent="-223520">
              <a:lnSpc>
                <a:spcPts val="2560"/>
              </a:lnSpc>
              <a:buSzPct val="100000"/>
              <a:buChar char="•"/>
            </a:pPr>
            <a:r>
              <a:rPr lang="en-US" sz="1600" dirty="0">
                <a:solidFill>
                  <a:srgbClr val="15233F"/>
                </a:solidFill>
                <a:latin typeface="Arial" pitchFamily="34" charset="0"/>
                <a:ea typeface="Arial" pitchFamily="34" charset="-122"/>
                <a:cs typeface="Arial" pitchFamily="34" charset="-120"/>
              </a:rPr>
              <a:t>first mention</a:t>
            </a:r>
            <a:endParaRPr lang="en-US" sz="1600" dirty="0"/>
          </a:p>
          <a:p>
            <a:pPr marL="223520" indent="-223520">
              <a:lnSpc>
                <a:spcPts val="2560"/>
              </a:lnSpc>
              <a:buSzPct val="100000"/>
              <a:buChar char="•"/>
            </a:pPr>
            <a:r>
              <a:rPr lang="en-US" sz="1600" dirty="0">
                <a:solidFill>
                  <a:srgbClr val="15233F"/>
                </a:solidFill>
                <a:latin typeface="Arial" pitchFamily="34" charset="0"/>
                <a:ea typeface="Arial" pitchFamily="34" charset="-122"/>
                <a:cs typeface="Arial" pitchFamily="34" charset="-120"/>
              </a:rPr>
              <a:t>jobs: a teacher</a:t>
            </a:r>
            <a:endParaRPr lang="en-US" sz="1600" dirty="0"/>
          </a:p>
          <a:p>
            <a:pPr marL="223520" indent="-223520">
              <a:lnSpc>
                <a:spcPts val="2560"/>
              </a:lnSpc>
              <a:buSzPct val="100000"/>
              <a:buChar char="•"/>
            </a:pPr>
            <a:r>
              <a:rPr lang="en-US" sz="1600" dirty="0">
                <a:solidFill>
                  <a:srgbClr val="15233F"/>
                </a:solidFill>
                <a:latin typeface="Arial" pitchFamily="34" charset="0"/>
                <a:ea typeface="Arial" pitchFamily="34" charset="-122"/>
                <a:cs typeface="Arial" pitchFamily="34" charset="-120"/>
              </a:rPr>
              <a:t>“one” and “per”</a:t>
            </a:r>
            <a:endParaRPr lang="en-US" sz="1600" dirty="0"/>
          </a:p>
          <a:p>
            <a:pPr marL="223520" indent="-223520">
              <a:lnSpc>
                <a:spcPts val="2560"/>
              </a:lnSpc>
              <a:buSzPct val="100000"/>
              <a:buChar char="•"/>
            </a:pPr>
            <a:r>
              <a:rPr lang="en-US" sz="1600" dirty="0">
                <a:solidFill>
                  <a:srgbClr val="15233F"/>
                </a:solidFill>
                <a:latin typeface="Arial" pitchFamily="34" charset="0"/>
                <a:ea typeface="Arial" pitchFamily="34" charset="-122"/>
                <a:cs typeface="Arial" pitchFamily="34" charset="-120"/>
              </a:rPr>
              <a:t>an + vowel sound</a:t>
            </a:r>
            <a:endParaRPr lang="en-US" sz="1600" dirty="0"/>
          </a:p>
        </p:txBody>
      </p:sp>
      <p:sp>
        <p:nvSpPr>
          <p:cNvPr id="8" name="Shape 6"/>
          <p:cNvSpPr/>
          <p:nvPr/>
        </p:nvSpPr>
        <p:spPr>
          <a:xfrm>
            <a:off x="4402653" y="1803288"/>
            <a:ext cx="3386663" cy="2743017"/>
          </a:xfrm>
          <a:prstGeom prst="roundRect">
            <a:avLst>
              <a:gd name="adj" fmla="val 4630"/>
            </a:avLst>
          </a:prstGeom>
          <a:solidFill>
            <a:srgbClr val="FBE8DA"/>
          </a:solidFill>
          <a:ln/>
        </p:spPr>
      </p:sp>
      <p:sp>
        <p:nvSpPr>
          <p:cNvPr id="9" name="Text 7"/>
          <p:cNvSpPr txBox="1"/>
          <p:nvPr/>
        </p:nvSpPr>
        <p:spPr>
          <a:xfrm>
            <a:off x="4656673" y="2057309"/>
            <a:ext cx="2974269" cy="446959"/>
          </a:xfrm>
          <a:prstGeom prst="rect">
            <a:avLst/>
          </a:prstGeom>
          <a:noFill/>
          <a:ln/>
        </p:spPr>
        <p:txBody>
          <a:bodyPr wrap="square" lIns="0" tIns="0" rIns="0" bIns="0" rtlCol="0" anchor="t"/>
          <a:lstStyle/>
          <a:p>
            <a:pPr algn="l" indent="0" marL="0">
              <a:lnSpc>
                <a:spcPts val="3520"/>
              </a:lnSpc>
              <a:buNone/>
            </a:pPr>
            <a:r>
              <a:rPr lang="en-US" sz="3200" b="1" dirty="0">
                <a:solidFill>
                  <a:srgbClr val="A2470F"/>
                </a:solidFill>
                <a:latin typeface="Arial" pitchFamily="34" charset="0"/>
                <a:ea typeface="Arial" pitchFamily="34" charset="-122"/>
                <a:cs typeface="Arial" pitchFamily="34" charset="-120"/>
              </a:rPr>
              <a:t>the</a:t>
            </a:r>
            <a:endParaRPr lang="en-US" sz="3200" dirty="0"/>
          </a:p>
        </p:txBody>
      </p:sp>
      <p:sp>
        <p:nvSpPr>
          <p:cNvPr id="10" name="Text 8"/>
          <p:cNvSpPr txBox="1"/>
          <p:nvPr/>
        </p:nvSpPr>
        <p:spPr>
          <a:xfrm>
            <a:off x="4656673" y="2565258"/>
            <a:ext cx="2974269" cy="228600"/>
          </a:xfrm>
          <a:prstGeom prst="rect">
            <a:avLst/>
          </a:prstGeom>
          <a:noFill/>
          <a:ln/>
        </p:spPr>
        <p:txBody>
          <a:bodyPr wrap="square" lIns="0" tIns="0" rIns="0" bIns="0" rtlCol="0" anchor="t"/>
          <a:lstStyle/>
          <a:p>
            <a:pPr algn="l" indent="0" marL="0">
              <a:lnSpc>
                <a:spcPts val="1680"/>
              </a:lnSpc>
              <a:buNone/>
            </a:pPr>
            <a:r>
              <a:rPr lang="en-US" sz="1200" b="1" spc="100" kern="0" dirty="0">
                <a:solidFill>
                  <a:srgbClr val="A2470F"/>
                </a:solidFill>
                <a:latin typeface="Arial" pitchFamily="34" charset="0"/>
                <a:ea typeface="Arial" pitchFamily="34" charset="-122"/>
                <a:cs typeface="Arial" pitchFamily="34" charset="-120"/>
              </a:rPr>
              <a:t>THE SPECIFIC ONE</a:t>
            </a:r>
            <a:endParaRPr lang="en-US" sz="1200" dirty="0"/>
          </a:p>
        </p:txBody>
      </p:sp>
      <p:sp>
        <p:nvSpPr>
          <p:cNvPr id="11" name="Text 9"/>
          <p:cNvSpPr txBox="1"/>
          <p:nvPr/>
        </p:nvSpPr>
        <p:spPr>
          <a:xfrm>
            <a:off x="4656673" y="2829336"/>
            <a:ext cx="2929463" cy="1462949"/>
          </a:xfrm>
          <a:prstGeom prst="rect">
            <a:avLst/>
          </a:prstGeom>
          <a:noFill/>
          <a:ln/>
        </p:spPr>
        <p:txBody>
          <a:bodyPr wrap="square" lIns="0" tIns="0" rIns="0" bIns="0" rtlCol="0" anchor="t"/>
          <a:lstStyle/>
          <a:p>
            <a:pPr marL="223520" indent="-223520">
              <a:lnSpc>
                <a:spcPts val="2560"/>
              </a:lnSpc>
              <a:buSzPct val="100000"/>
              <a:buChar char="•"/>
            </a:pPr>
            <a:r>
              <a:rPr lang="en-US" sz="1600" dirty="0">
                <a:solidFill>
                  <a:srgbClr val="15233F"/>
                </a:solidFill>
                <a:latin typeface="Arial" pitchFamily="34" charset="0"/>
                <a:ea typeface="Arial" pitchFamily="34" charset="-122"/>
                <a:cs typeface="Arial" pitchFamily="34" charset="-120"/>
              </a:rPr>
              <a:t>second mention</a:t>
            </a:r>
            <a:endParaRPr lang="en-US" sz="1600" dirty="0"/>
          </a:p>
          <a:p>
            <a:pPr marL="223520" indent="-223520">
              <a:lnSpc>
                <a:spcPts val="2560"/>
              </a:lnSpc>
              <a:buSzPct val="100000"/>
              <a:buChar char="•"/>
            </a:pPr>
            <a:r>
              <a:rPr lang="en-US" sz="1600" dirty="0">
                <a:solidFill>
                  <a:srgbClr val="15233F"/>
                </a:solidFill>
                <a:latin typeface="Arial" pitchFamily="34" charset="0"/>
                <a:ea typeface="Arial" pitchFamily="34" charset="-122"/>
                <a:cs typeface="Arial" pitchFamily="34" charset="-120"/>
              </a:rPr>
              <a:t>only one: the sun</a:t>
            </a:r>
            <a:endParaRPr lang="en-US" sz="1600" dirty="0"/>
          </a:p>
          <a:p>
            <a:pPr marL="223520" indent="-223520">
              <a:lnSpc>
                <a:spcPts val="2560"/>
              </a:lnSpc>
              <a:buSzPct val="100000"/>
              <a:buChar char="•"/>
            </a:pPr>
            <a:r>
              <a:rPr lang="en-US" sz="1600" dirty="0">
                <a:solidFill>
                  <a:srgbClr val="15233F"/>
                </a:solidFill>
                <a:latin typeface="Arial" pitchFamily="34" charset="0"/>
                <a:ea typeface="Arial" pitchFamily="34" charset="-122"/>
                <a:cs typeface="Arial" pitchFamily="34" charset="-120"/>
              </a:rPr>
              <a:t>we both know which</a:t>
            </a:r>
            <a:endParaRPr lang="en-US" sz="1600" dirty="0"/>
          </a:p>
          <a:p>
            <a:pPr marL="223520" indent="-223520">
              <a:lnSpc>
                <a:spcPts val="2560"/>
              </a:lnSpc>
              <a:buSzPct val="100000"/>
              <a:buChar char="•"/>
            </a:pPr>
            <a:r>
              <a:rPr lang="en-US" sz="1600" dirty="0">
                <a:solidFill>
                  <a:srgbClr val="15233F"/>
                </a:solidFill>
                <a:latin typeface="Arial" pitchFamily="34" charset="0"/>
                <a:ea typeface="Arial" pitchFamily="34" charset="-122"/>
                <a:cs typeface="Arial" pitchFamily="34" charset="-120"/>
              </a:rPr>
              <a:t>superlatives: the best</a:t>
            </a:r>
            <a:endParaRPr lang="en-US" sz="1600" dirty="0"/>
          </a:p>
          <a:p>
            <a:pPr marL="223520" indent="-223520">
              <a:lnSpc>
                <a:spcPts val="2560"/>
              </a:lnSpc>
              <a:buSzPct val="100000"/>
              <a:buChar char="•"/>
            </a:pPr>
            <a:r>
              <a:rPr lang="en-US" sz="1600" dirty="0">
                <a:solidFill>
                  <a:srgbClr val="15233F"/>
                </a:solidFill>
                <a:latin typeface="Arial" pitchFamily="34" charset="0"/>
                <a:ea typeface="Arial" pitchFamily="34" charset="-122"/>
                <a:cs typeface="Arial" pitchFamily="34" charset="-120"/>
              </a:rPr>
              <a:t>rivers, seas, the USA</a:t>
            </a:r>
            <a:endParaRPr lang="en-US" sz="1600" dirty="0"/>
          </a:p>
        </p:txBody>
      </p:sp>
      <p:sp>
        <p:nvSpPr>
          <p:cNvPr id="12" name="Shape 10"/>
          <p:cNvSpPr/>
          <p:nvPr/>
        </p:nvSpPr>
        <p:spPr>
          <a:xfrm>
            <a:off x="7992496" y="1803288"/>
            <a:ext cx="3386663" cy="2743017"/>
          </a:xfrm>
          <a:prstGeom prst="roundRect">
            <a:avLst>
              <a:gd name="adj" fmla="val 4630"/>
            </a:avLst>
          </a:prstGeom>
          <a:solidFill>
            <a:srgbClr val="ECEAE6"/>
          </a:solidFill>
          <a:ln/>
        </p:spPr>
      </p:sp>
      <p:sp>
        <p:nvSpPr>
          <p:cNvPr id="13" name="Text 11"/>
          <p:cNvSpPr txBox="1"/>
          <p:nvPr/>
        </p:nvSpPr>
        <p:spPr>
          <a:xfrm>
            <a:off x="8246425" y="2057309"/>
            <a:ext cx="2974269" cy="446959"/>
          </a:xfrm>
          <a:prstGeom prst="rect">
            <a:avLst/>
          </a:prstGeom>
          <a:noFill/>
          <a:ln/>
        </p:spPr>
        <p:txBody>
          <a:bodyPr wrap="square" lIns="0" tIns="0" rIns="0" bIns="0" rtlCol="0" anchor="t"/>
          <a:lstStyle/>
          <a:p>
            <a:pPr algn="l" indent="0" marL="0">
              <a:lnSpc>
                <a:spcPts val="3520"/>
              </a:lnSpc>
              <a:buNone/>
            </a:pPr>
            <a:r>
              <a:rPr lang="en-US" sz="3200" b="1" dirty="0">
                <a:solidFill>
                  <a:srgbClr val="5E6675"/>
                </a:solidFill>
                <a:latin typeface="Arial" pitchFamily="34" charset="0"/>
                <a:ea typeface="Arial" pitchFamily="34" charset="-122"/>
                <a:cs typeface="Arial" pitchFamily="34" charset="-120"/>
              </a:rPr>
              <a:t>Ø</a:t>
            </a:r>
            <a:endParaRPr lang="en-US" sz="3200" dirty="0"/>
          </a:p>
        </p:txBody>
      </p:sp>
      <p:sp>
        <p:nvSpPr>
          <p:cNvPr id="14" name="Text 12"/>
          <p:cNvSpPr txBox="1"/>
          <p:nvPr/>
        </p:nvSpPr>
        <p:spPr>
          <a:xfrm>
            <a:off x="8246425" y="2565258"/>
            <a:ext cx="2974269" cy="228600"/>
          </a:xfrm>
          <a:prstGeom prst="rect">
            <a:avLst/>
          </a:prstGeom>
          <a:noFill/>
          <a:ln/>
        </p:spPr>
        <p:txBody>
          <a:bodyPr wrap="square" lIns="0" tIns="0" rIns="0" bIns="0" rtlCol="0" anchor="t"/>
          <a:lstStyle/>
          <a:p>
            <a:pPr algn="l" indent="0" marL="0">
              <a:lnSpc>
                <a:spcPts val="1680"/>
              </a:lnSpc>
              <a:buNone/>
            </a:pPr>
            <a:r>
              <a:rPr lang="en-US" sz="1200" b="1" spc="100" kern="0" dirty="0">
                <a:solidFill>
                  <a:srgbClr val="5E6675"/>
                </a:solidFill>
                <a:latin typeface="Arial" pitchFamily="34" charset="0"/>
                <a:ea typeface="Arial" pitchFamily="34" charset="-122"/>
                <a:cs typeface="Arial" pitchFamily="34" charset="-120"/>
              </a:rPr>
              <a:t>NO ARTICLE</a:t>
            </a:r>
            <a:endParaRPr lang="en-US" sz="1200" dirty="0"/>
          </a:p>
        </p:txBody>
      </p:sp>
      <p:sp>
        <p:nvSpPr>
          <p:cNvPr id="15" name="Text 13"/>
          <p:cNvSpPr txBox="1"/>
          <p:nvPr/>
        </p:nvSpPr>
        <p:spPr>
          <a:xfrm>
            <a:off x="8246425" y="2829336"/>
            <a:ext cx="2929463" cy="1462949"/>
          </a:xfrm>
          <a:prstGeom prst="rect">
            <a:avLst/>
          </a:prstGeom>
          <a:noFill/>
          <a:ln/>
        </p:spPr>
        <p:txBody>
          <a:bodyPr wrap="square" lIns="0" tIns="0" rIns="0" bIns="0" rtlCol="0" anchor="t"/>
          <a:lstStyle/>
          <a:p>
            <a:pPr marL="223520" indent="-223520">
              <a:lnSpc>
                <a:spcPts val="2560"/>
              </a:lnSpc>
              <a:buSzPct val="100000"/>
              <a:buChar char="•"/>
            </a:pPr>
            <a:r>
              <a:rPr lang="en-US" sz="1600" dirty="0">
                <a:solidFill>
                  <a:srgbClr val="15233F"/>
                </a:solidFill>
                <a:latin typeface="Arial" pitchFamily="34" charset="0"/>
                <a:ea typeface="Arial" pitchFamily="34" charset="-122"/>
                <a:cs typeface="Arial" pitchFamily="34" charset="-120"/>
              </a:rPr>
              <a:t>general plurals: dogs</a:t>
            </a:r>
            <a:endParaRPr lang="en-US" sz="1600" dirty="0"/>
          </a:p>
          <a:p>
            <a:pPr marL="223520" indent="-223520">
              <a:lnSpc>
                <a:spcPts val="2560"/>
              </a:lnSpc>
              <a:buSzPct val="100000"/>
              <a:buChar char="•"/>
            </a:pPr>
            <a:r>
              <a:rPr lang="en-US" sz="1600" dirty="0">
                <a:solidFill>
                  <a:srgbClr val="15233F"/>
                </a:solidFill>
                <a:latin typeface="Arial" pitchFamily="34" charset="0"/>
                <a:ea typeface="Arial" pitchFamily="34" charset="-122"/>
                <a:cs typeface="Arial" pitchFamily="34" charset="-120"/>
              </a:rPr>
              <a:t>general ideas: music</a:t>
            </a:r>
            <a:endParaRPr lang="en-US" sz="1600" dirty="0"/>
          </a:p>
          <a:p>
            <a:pPr marL="223520" indent="-223520">
              <a:lnSpc>
                <a:spcPts val="2560"/>
              </a:lnSpc>
              <a:buSzPct val="100000"/>
              <a:buChar char="•"/>
            </a:pPr>
            <a:r>
              <a:rPr lang="en-US" sz="1600" dirty="0">
                <a:solidFill>
                  <a:srgbClr val="15233F"/>
                </a:solidFill>
                <a:latin typeface="Arial" pitchFamily="34" charset="0"/>
                <a:ea typeface="Arial" pitchFamily="34" charset="-122"/>
                <a:cs typeface="Arial" pitchFamily="34" charset="-120"/>
              </a:rPr>
              <a:t>meals, sports, languages</a:t>
            </a:r>
            <a:endParaRPr lang="en-US" sz="1600" dirty="0"/>
          </a:p>
          <a:p>
            <a:pPr marL="223520" indent="-223520">
              <a:lnSpc>
                <a:spcPts val="2560"/>
              </a:lnSpc>
              <a:buSzPct val="100000"/>
              <a:buChar char="•"/>
            </a:pPr>
            <a:r>
              <a:rPr lang="en-US" sz="1600" dirty="0">
                <a:solidFill>
                  <a:srgbClr val="15233F"/>
                </a:solidFill>
                <a:latin typeface="Arial" pitchFamily="34" charset="0"/>
                <a:ea typeface="Arial" pitchFamily="34" charset="-122"/>
                <a:cs typeface="Arial" pitchFamily="34" charset="-120"/>
              </a:rPr>
              <a:t>most countries, cities</a:t>
            </a:r>
            <a:endParaRPr lang="en-US" sz="1600" dirty="0"/>
          </a:p>
          <a:p>
            <a:pPr marL="223520" indent="-223520">
              <a:lnSpc>
                <a:spcPts val="2560"/>
              </a:lnSpc>
              <a:buSzPct val="100000"/>
              <a:buChar char="•"/>
            </a:pPr>
            <a:r>
              <a:rPr lang="en-US" sz="1600" dirty="0">
                <a:solidFill>
                  <a:srgbClr val="15233F"/>
                </a:solidFill>
                <a:latin typeface="Arial" pitchFamily="34" charset="0"/>
                <a:ea typeface="Arial" pitchFamily="34" charset="-122"/>
                <a:cs typeface="Arial" pitchFamily="34" charset="-120"/>
              </a:rPr>
              <a:t>go to school, by bus</a:t>
            </a:r>
            <a:endParaRPr lang="en-US" sz="1600" dirty="0"/>
          </a:p>
        </p:txBody>
      </p:sp>
      <p:sp>
        <p:nvSpPr>
          <p:cNvPr id="16" name="Text 14"/>
          <p:cNvSpPr txBox="1"/>
          <p:nvPr/>
        </p:nvSpPr>
        <p:spPr>
          <a:xfrm>
            <a:off x="812810" y="6223041"/>
            <a:ext cx="7810530" cy="228600"/>
          </a:xfrm>
          <a:prstGeom prst="rect">
            <a:avLst/>
          </a:prstGeom>
          <a:noFill/>
          <a:ln/>
        </p:spPr>
        <p:txBody>
          <a:bodyPr wrap="square" lIns="0" tIns="0" rIns="0" bIns="0" rtlCol="0" anchor="t"/>
          <a:lstStyle/>
          <a:p>
            <a:pPr algn="l" indent="0" marL="0">
              <a:lnSpc>
                <a:spcPts val="1680"/>
              </a:lnSpc>
              <a:buNone/>
            </a:pPr>
            <a:r>
              <a:rPr lang="en-US" sz="1200" dirty="0">
                <a:solidFill>
                  <a:srgbClr val="636B78"/>
                </a:solidFill>
                <a:latin typeface="Arial" pitchFamily="34" charset="0"/>
                <a:ea typeface="Arial" pitchFamily="34" charset="-122"/>
                <a:cs typeface="Arial" pitchFamily="34" charset="-120"/>
              </a:rPr>
              <a:t>English Articles · A, An &amp; The</a:t>
            </a:r>
            <a:endParaRPr lang="en-US" sz="1200" dirty="0"/>
          </a:p>
        </p:txBody>
      </p:sp>
      <p:sp>
        <p:nvSpPr>
          <p:cNvPr id="17" name="Text 15"/>
          <p:cNvSpPr txBox="1"/>
          <p:nvPr/>
        </p:nvSpPr>
        <p:spPr>
          <a:xfrm>
            <a:off x="10045690" y="6223041"/>
            <a:ext cx="1333470" cy="228600"/>
          </a:xfrm>
          <a:prstGeom prst="rect">
            <a:avLst/>
          </a:prstGeom>
          <a:noFill/>
          <a:ln/>
        </p:spPr>
        <p:txBody>
          <a:bodyPr wrap="square" lIns="0" tIns="0" rIns="0" bIns="0" rtlCol="0" anchor="t"/>
          <a:lstStyle/>
          <a:p>
            <a:pPr algn="r" indent="0" marL="0">
              <a:lnSpc>
                <a:spcPts val="1680"/>
              </a:lnSpc>
              <a:buNone/>
            </a:pPr>
            <a:r>
              <a:rPr lang="en-US" sz="1200" dirty="0">
                <a:solidFill>
                  <a:srgbClr val="636B78"/>
                </a:solidFill>
                <a:latin typeface="Arial" pitchFamily="34" charset="0"/>
                <a:ea typeface="Arial" pitchFamily="34" charset="-122"/>
                <a:cs typeface="Arial" pitchFamily="34" charset="-120"/>
              </a:rPr>
              <a:t>21</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5233F"/>
        </a:solidFill>
      </p:bgPr>
    </p:bg>
    <p:spTree>
      <p:nvGrpSpPr>
        <p:cNvPr id="1" name=""/>
        <p:cNvGrpSpPr/>
        <p:nvPr/>
      </p:nvGrpSpPr>
      <p:grpSpPr>
        <a:xfrm>
          <a:off x="0" y="0"/>
          <a:ext cx="0" cy="0"/>
          <a:chOff x="0" y="0"/>
          <a:chExt cx="0" cy="0"/>
        </a:xfrm>
      </p:grpSpPr>
      <p:sp>
        <p:nvSpPr>
          <p:cNvPr id="2" name="Text 0"/>
          <p:cNvSpPr txBox="1"/>
          <p:nvPr/>
        </p:nvSpPr>
        <p:spPr>
          <a:xfrm>
            <a:off x="812810" y="1228131"/>
            <a:ext cx="10815798" cy="228600"/>
          </a:xfrm>
          <a:prstGeom prst="rect">
            <a:avLst/>
          </a:prstGeom>
          <a:noFill/>
          <a:ln/>
        </p:spPr>
        <p:txBody>
          <a:bodyPr wrap="square" lIns="0" tIns="0" rIns="0" bIns="0" rtlCol="0" anchor="t"/>
          <a:lstStyle/>
          <a:p>
            <a:pPr algn="l" indent="0" marL="0">
              <a:lnSpc>
                <a:spcPts val="1680"/>
              </a:lnSpc>
              <a:buNone/>
            </a:pPr>
            <a:r>
              <a:rPr lang="en-US" sz="1200" b="1" spc="200" kern="0" dirty="0">
                <a:solidFill>
                  <a:srgbClr val="F4A261"/>
                </a:solidFill>
                <a:latin typeface="Arial" pitchFamily="34" charset="0"/>
                <a:ea typeface="Arial" pitchFamily="34" charset="-122"/>
                <a:cs typeface="Arial" pitchFamily="34" charset="-120"/>
              </a:rPr>
              <a:t>REMEMBER</a:t>
            </a:r>
            <a:endParaRPr lang="en-US" sz="1200" dirty="0"/>
          </a:p>
        </p:txBody>
      </p:sp>
      <p:sp>
        <p:nvSpPr>
          <p:cNvPr id="3" name="Text 1"/>
          <p:cNvSpPr txBox="1"/>
          <p:nvPr/>
        </p:nvSpPr>
        <p:spPr>
          <a:xfrm>
            <a:off x="812810" y="1532900"/>
            <a:ext cx="10815798" cy="446959"/>
          </a:xfrm>
          <a:prstGeom prst="rect">
            <a:avLst/>
          </a:prstGeom>
          <a:noFill/>
          <a:ln/>
        </p:spPr>
        <p:txBody>
          <a:bodyPr wrap="square" lIns="0" tIns="0" rIns="0" bIns="0" rtlCol="0" anchor="t"/>
          <a:lstStyle/>
          <a:p>
            <a:pPr algn="l" indent="0" marL="0">
              <a:lnSpc>
                <a:spcPts val="3520"/>
              </a:lnSpc>
              <a:buNone/>
            </a:pPr>
            <a:r>
              <a:rPr lang="en-US" sz="3200" b="1" dirty="0">
                <a:solidFill>
                  <a:srgbClr val="F4EFE4"/>
                </a:solidFill>
                <a:latin typeface="Arial" pitchFamily="34" charset="0"/>
                <a:ea typeface="Arial" pitchFamily="34" charset="-122"/>
                <a:cs typeface="Arial" pitchFamily="34" charset="-120"/>
              </a:rPr>
              <a:t>Three questions, every time</a:t>
            </a:r>
            <a:endParaRPr lang="en-US" sz="3200" dirty="0"/>
          </a:p>
        </p:txBody>
      </p:sp>
      <p:sp>
        <p:nvSpPr>
          <p:cNvPr id="4" name="Text 2"/>
          <p:cNvSpPr txBox="1"/>
          <p:nvPr/>
        </p:nvSpPr>
        <p:spPr>
          <a:xfrm>
            <a:off x="812810" y="2284720"/>
            <a:ext cx="556230" cy="446959"/>
          </a:xfrm>
          <a:prstGeom prst="rect">
            <a:avLst/>
          </a:prstGeom>
          <a:noFill/>
          <a:ln/>
        </p:spPr>
        <p:txBody>
          <a:bodyPr wrap="square" lIns="0" tIns="0" rIns="0" bIns="0" rtlCol="0" anchor="t"/>
          <a:lstStyle/>
          <a:p>
            <a:pPr algn="l" indent="0" marL="0">
              <a:lnSpc>
                <a:spcPts val="3520"/>
              </a:lnSpc>
              <a:buNone/>
            </a:pPr>
            <a:r>
              <a:rPr lang="en-US" sz="3200" b="1" dirty="0">
                <a:solidFill>
                  <a:srgbClr val="F4A261"/>
                </a:solidFill>
                <a:latin typeface="Arial" pitchFamily="34" charset="0"/>
                <a:ea typeface="Arial" pitchFamily="34" charset="-122"/>
                <a:cs typeface="Arial" pitchFamily="34" charset="-120"/>
              </a:rPr>
              <a:t>1</a:t>
            </a:r>
            <a:endParaRPr lang="en-US" sz="3200" dirty="0"/>
          </a:p>
        </p:txBody>
      </p:sp>
      <p:sp>
        <p:nvSpPr>
          <p:cNvPr id="5" name="Text 3"/>
          <p:cNvSpPr txBox="1"/>
          <p:nvPr/>
        </p:nvSpPr>
        <p:spPr>
          <a:xfrm>
            <a:off x="1524030" y="2386310"/>
            <a:ext cx="10090404" cy="342900"/>
          </a:xfrm>
          <a:prstGeom prst="rect">
            <a:avLst/>
          </a:prstGeom>
          <a:noFill/>
          <a:ln/>
        </p:spPr>
        <p:txBody>
          <a:bodyPr wrap="square" lIns="0" tIns="0" rIns="0" bIns="0" rtlCol="0" anchor="t"/>
          <a:lstStyle/>
          <a:p>
            <a:pPr algn="l" indent="0" marL="0">
              <a:lnSpc>
                <a:spcPts val="2600"/>
              </a:lnSpc>
              <a:buNone/>
            </a:pPr>
            <a:r>
              <a:rPr lang="en-US" sz="2000" b="1" dirty="0">
                <a:solidFill>
                  <a:srgbClr val="F4EFE4"/>
                </a:solidFill>
                <a:latin typeface="Arial" pitchFamily="34" charset="0"/>
                <a:ea typeface="Arial" pitchFamily="34" charset="-122"/>
                <a:cs typeface="Arial" pitchFamily="34" charset="-120"/>
              </a:rPr>
              <a:t>Is it one countable thing, or plural / uncountable?</a:t>
            </a:r>
            <a:endParaRPr lang="en-US" sz="2000" dirty="0"/>
          </a:p>
        </p:txBody>
      </p:sp>
      <p:sp>
        <p:nvSpPr>
          <p:cNvPr id="6" name="Text 4"/>
          <p:cNvSpPr txBox="1"/>
          <p:nvPr/>
        </p:nvSpPr>
        <p:spPr>
          <a:xfrm>
            <a:off x="1524030" y="2734330"/>
            <a:ext cx="10090404" cy="304770"/>
          </a:xfrm>
          <a:prstGeom prst="rect">
            <a:avLst/>
          </a:prstGeom>
          <a:noFill/>
          <a:ln/>
        </p:spPr>
        <p:txBody>
          <a:bodyPr wrap="square" lIns="0" tIns="0" rIns="0" bIns="0" rtlCol="0" anchor="t"/>
          <a:lstStyle/>
          <a:p>
            <a:pPr algn="l" indent="0" marL="0">
              <a:lnSpc>
                <a:spcPts val="2240"/>
              </a:lnSpc>
              <a:buNone/>
            </a:pPr>
            <a:r>
              <a:rPr lang="en-US" sz="1600" dirty="0">
                <a:solidFill>
                  <a:srgbClr val="C9D1DE"/>
                </a:solidFill>
                <a:latin typeface="Arial" pitchFamily="34" charset="0"/>
                <a:ea typeface="Arial" pitchFamily="34" charset="-122"/>
                <a:cs typeface="Arial" pitchFamily="34" charset="-120"/>
              </a:rPr>
              <a:t>Plural or uncountable nouns never take a / an.</a:t>
            </a:r>
            <a:endParaRPr lang="en-US" sz="1600" dirty="0"/>
          </a:p>
        </p:txBody>
      </p:sp>
      <p:sp>
        <p:nvSpPr>
          <p:cNvPr id="7" name="Text 5"/>
          <p:cNvSpPr txBox="1"/>
          <p:nvPr/>
        </p:nvSpPr>
        <p:spPr>
          <a:xfrm>
            <a:off x="812810" y="3242280"/>
            <a:ext cx="556230" cy="446959"/>
          </a:xfrm>
          <a:prstGeom prst="rect">
            <a:avLst/>
          </a:prstGeom>
          <a:noFill/>
          <a:ln/>
        </p:spPr>
        <p:txBody>
          <a:bodyPr wrap="square" lIns="0" tIns="0" rIns="0" bIns="0" rtlCol="0" anchor="t"/>
          <a:lstStyle/>
          <a:p>
            <a:pPr algn="l" indent="0" marL="0">
              <a:lnSpc>
                <a:spcPts val="3520"/>
              </a:lnSpc>
              <a:buNone/>
            </a:pPr>
            <a:r>
              <a:rPr lang="en-US" sz="3200" b="1" dirty="0">
                <a:solidFill>
                  <a:srgbClr val="F4A261"/>
                </a:solidFill>
                <a:latin typeface="Arial" pitchFamily="34" charset="0"/>
                <a:ea typeface="Arial" pitchFamily="34" charset="-122"/>
                <a:cs typeface="Arial" pitchFamily="34" charset="-120"/>
              </a:rPr>
              <a:t>2</a:t>
            </a:r>
            <a:endParaRPr lang="en-US" sz="3200" dirty="0"/>
          </a:p>
        </p:txBody>
      </p:sp>
      <p:sp>
        <p:nvSpPr>
          <p:cNvPr id="8" name="Text 6"/>
          <p:cNvSpPr txBox="1"/>
          <p:nvPr/>
        </p:nvSpPr>
        <p:spPr>
          <a:xfrm>
            <a:off x="1524030" y="3343869"/>
            <a:ext cx="10090404" cy="342900"/>
          </a:xfrm>
          <a:prstGeom prst="rect">
            <a:avLst/>
          </a:prstGeom>
          <a:noFill/>
          <a:ln/>
        </p:spPr>
        <p:txBody>
          <a:bodyPr wrap="square" lIns="0" tIns="0" rIns="0" bIns="0" rtlCol="0" anchor="t"/>
          <a:lstStyle/>
          <a:p>
            <a:pPr algn="l" indent="0" marL="0">
              <a:lnSpc>
                <a:spcPts val="2600"/>
              </a:lnSpc>
              <a:buNone/>
            </a:pPr>
            <a:r>
              <a:rPr lang="en-US" sz="2000" b="1" dirty="0">
                <a:solidFill>
                  <a:srgbClr val="F4EFE4"/>
                </a:solidFill>
                <a:latin typeface="Arial" pitchFamily="34" charset="0"/>
                <a:ea typeface="Arial" pitchFamily="34" charset="-122"/>
                <a:cs typeface="Arial" pitchFamily="34" charset="-120"/>
              </a:rPr>
              <a:t>Do we both know which one?</a:t>
            </a:r>
            <a:endParaRPr lang="en-US" sz="2000" dirty="0"/>
          </a:p>
        </p:txBody>
      </p:sp>
      <p:sp>
        <p:nvSpPr>
          <p:cNvPr id="9" name="Text 7"/>
          <p:cNvSpPr txBox="1"/>
          <p:nvPr/>
        </p:nvSpPr>
        <p:spPr>
          <a:xfrm>
            <a:off x="1524030" y="3691890"/>
            <a:ext cx="10090404" cy="304770"/>
          </a:xfrm>
          <a:prstGeom prst="rect">
            <a:avLst/>
          </a:prstGeom>
          <a:noFill/>
          <a:ln/>
        </p:spPr>
        <p:txBody>
          <a:bodyPr wrap="square" lIns="0" tIns="0" rIns="0" bIns="0" rtlCol="0" anchor="t"/>
          <a:lstStyle/>
          <a:p>
            <a:pPr algn="l" indent="0" marL="0">
              <a:lnSpc>
                <a:spcPts val="2240"/>
              </a:lnSpc>
              <a:buNone/>
            </a:pPr>
            <a:r>
              <a:rPr lang="en-US" sz="1600" dirty="0">
                <a:solidFill>
                  <a:srgbClr val="C9D1DE"/>
                </a:solidFill>
                <a:latin typeface="Arial" pitchFamily="34" charset="0"/>
                <a:ea typeface="Arial" pitchFamily="34" charset="-122"/>
                <a:cs typeface="Arial" pitchFamily="34" charset="-120"/>
              </a:rPr>
              <a:t>Yes → </a:t>
            </a:r>
            <a:pPr algn="l" indent="0" marL="0">
              <a:lnSpc>
                <a:spcPts val="2240"/>
              </a:lnSpc>
              <a:buNone/>
            </a:pPr>
            <a:r>
              <a:rPr lang="en-US" sz="1600" b="1" dirty="0">
                <a:solidFill>
                  <a:srgbClr val="F4A261"/>
                </a:solidFill>
                <a:latin typeface="Arial" pitchFamily="34" charset="0"/>
                <a:ea typeface="Arial" pitchFamily="34" charset="-122"/>
                <a:cs typeface="Arial" pitchFamily="34" charset="-120"/>
              </a:rPr>
              <a:t>the</a:t>
            </a:r>
            <a:pPr algn="l" indent="0" marL="0">
              <a:lnSpc>
                <a:spcPts val="2240"/>
              </a:lnSpc>
              <a:buNone/>
            </a:pPr>
            <a:r>
              <a:rPr lang="en-US" sz="1600" dirty="0">
                <a:solidFill>
                  <a:srgbClr val="C9D1DE"/>
                </a:solidFill>
                <a:latin typeface="Arial" pitchFamily="34" charset="0"/>
                <a:ea typeface="Arial" pitchFamily="34" charset="-122"/>
                <a:cs typeface="Arial" pitchFamily="34" charset="-120"/>
              </a:rPr>
              <a:t>. No → </a:t>
            </a:r>
            <a:pPr algn="l" indent="0" marL="0">
              <a:lnSpc>
                <a:spcPts val="2240"/>
              </a:lnSpc>
              <a:buNone/>
            </a:pPr>
            <a:r>
              <a:rPr lang="en-US" sz="1600" b="1" dirty="0">
                <a:solidFill>
                  <a:srgbClr val="8DB0F5"/>
                </a:solidFill>
                <a:latin typeface="Arial" pitchFamily="34" charset="0"/>
                <a:ea typeface="Arial" pitchFamily="34" charset="-122"/>
                <a:cs typeface="Arial" pitchFamily="34" charset="-120"/>
              </a:rPr>
              <a:t>a / an</a:t>
            </a:r>
            <a:pPr algn="l" indent="0" marL="0">
              <a:lnSpc>
                <a:spcPts val="2240"/>
              </a:lnSpc>
              <a:buNone/>
            </a:pPr>
            <a:r>
              <a:rPr lang="en-US" sz="1600" dirty="0">
                <a:solidFill>
                  <a:srgbClr val="C9D1DE"/>
                </a:solidFill>
                <a:latin typeface="Arial" pitchFamily="34" charset="0"/>
                <a:ea typeface="Arial" pitchFamily="34" charset="-122"/>
                <a:cs typeface="Arial" pitchFamily="34" charset="-120"/>
              </a:rPr>
              <a:t>, or </a:t>
            </a:r>
            <a:pPr algn="l" indent="0" marL="0">
              <a:lnSpc>
                <a:spcPts val="2240"/>
              </a:lnSpc>
              <a:buNone/>
            </a:pPr>
            <a:r>
              <a:rPr lang="en-US" sz="1600" b="1" dirty="0">
                <a:solidFill>
                  <a:srgbClr val="B9C2D0"/>
                </a:solidFill>
                <a:latin typeface="Arial" pitchFamily="34" charset="0"/>
                <a:ea typeface="Arial" pitchFamily="34" charset="-122"/>
                <a:cs typeface="Arial" pitchFamily="34" charset="-120"/>
              </a:rPr>
              <a:t>Ø</a:t>
            </a:r>
            <a:pPr algn="l" indent="0" marL="0">
              <a:lnSpc>
                <a:spcPts val="2240"/>
              </a:lnSpc>
              <a:buNone/>
            </a:pPr>
            <a:r>
              <a:rPr lang="en-US" sz="1600" dirty="0">
                <a:solidFill>
                  <a:srgbClr val="C9D1DE"/>
                </a:solidFill>
                <a:latin typeface="Arial" pitchFamily="34" charset="0"/>
                <a:ea typeface="Arial" pitchFamily="34" charset="-122"/>
                <a:cs typeface="Arial" pitchFamily="34" charset="-120"/>
              </a:rPr>
              <a:t> for things in general.</a:t>
            </a:r>
            <a:endParaRPr lang="en-US" sz="1600" dirty="0"/>
          </a:p>
        </p:txBody>
      </p:sp>
      <p:sp>
        <p:nvSpPr>
          <p:cNvPr id="10" name="Text 8"/>
          <p:cNvSpPr txBox="1"/>
          <p:nvPr/>
        </p:nvSpPr>
        <p:spPr>
          <a:xfrm>
            <a:off x="812810" y="4199839"/>
            <a:ext cx="556230" cy="446959"/>
          </a:xfrm>
          <a:prstGeom prst="rect">
            <a:avLst/>
          </a:prstGeom>
          <a:noFill/>
          <a:ln/>
        </p:spPr>
        <p:txBody>
          <a:bodyPr wrap="square" lIns="0" tIns="0" rIns="0" bIns="0" rtlCol="0" anchor="t"/>
          <a:lstStyle/>
          <a:p>
            <a:pPr algn="l" indent="0" marL="0">
              <a:lnSpc>
                <a:spcPts val="3520"/>
              </a:lnSpc>
              <a:buNone/>
            </a:pPr>
            <a:r>
              <a:rPr lang="en-US" sz="3200" b="1" dirty="0">
                <a:solidFill>
                  <a:srgbClr val="F4A261"/>
                </a:solidFill>
                <a:latin typeface="Arial" pitchFamily="34" charset="0"/>
                <a:ea typeface="Arial" pitchFamily="34" charset="-122"/>
                <a:cs typeface="Arial" pitchFamily="34" charset="-120"/>
              </a:rPr>
              <a:t>3</a:t>
            </a:r>
            <a:endParaRPr lang="en-US" sz="3200" dirty="0"/>
          </a:p>
        </p:txBody>
      </p:sp>
      <p:sp>
        <p:nvSpPr>
          <p:cNvPr id="11" name="Text 9"/>
          <p:cNvSpPr txBox="1"/>
          <p:nvPr/>
        </p:nvSpPr>
        <p:spPr>
          <a:xfrm>
            <a:off x="1524030" y="4301429"/>
            <a:ext cx="10090404" cy="342900"/>
          </a:xfrm>
          <a:prstGeom prst="rect">
            <a:avLst/>
          </a:prstGeom>
          <a:noFill/>
          <a:ln/>
        </p:spPr>
        <p:txBody>
          <a:bodyPr wrap="square" lIns="0" tIns="0" rIns="0" bIns="0" rtlCol="0" anchor="t"/>
          <a:lstStyle/>
          <a:p>
            <a:pPr algn="l" indent="0" marL="0">
              <a:lnSpc>
                <a:spcPts val="2600"/>
              </a:lnSpc>
              <a:buNone/>
            </a:pPr>
            <a:r>
              <a:rPr lang="en-US" sz="2000" b="1" dirty="0">
                <a:solidFill>
                  <a:srgbClr val="F4EFE4"/>
                </a:solidFill>
                <a:latin typeface="Arial" pitchFamily="34" charset="0"/>
                <a:ea typeface="Arial" pitchFamily="34" charset="-122"/>
                <a:cs typeface="Arial" pitchFamily="34" charset="-120"/>
              </a:rPr>
              <a:t>What is the first sound of the next word?</a:t>
            </a:r>
            <a:endParaRPr lang="en-US" sz="2000" dirty="0"/>
          </a:p>
        </p:txBody>
      </p:sp>
      <p:sp>
        <p:nvSpPr>
          <p:cNvPr id="12" name="Text 10"/>
          <p:cNvSpPr txBox="1"/>
          <p:nvPr/>
        </p:nvSpPr>
        <p:spPr>
          <a:xfrm>
            <a:off x="1524030" y="4649450"/>
            <a:ext cx="10090404" cy="304770"/>
          </a:xfrm>
          <a:prstGeom prst="rect">
            <a:avLst/>
          </a:prstGeom>
          <a:noFill/>
          <a:ln/>
        </p:spPr>
        <p:txBody>
          <a:bodyPr wrap="square" lIns="0" tIns="0" rIns="0" bIns="0" rtlCol="0" anchor="t"/>
          <a:lstStyle/>
          <a:p>
            <a:pPr algn="l" indent="0" marL="0">
              <a:lnSpc>
                <a:spcPts val="2240"/>
              </a:lnSpc>
              <a:buNone/>
            </a:pPr>
            <a:r>
              <a:rPr lang="en-US" sz="1600" dirty="0">
                <a:solidFill>
                  <a:srgbClr val="C9D1DE"/>
                </a:solidFill>
                <a:latin typeface="Arial" pitchFamily="34" charset="0"/>
                <a:ea typeface="Arial" pitchFamily="34" charset="-122"/>
                <a:cs typeface="Arial" pitchFamily="34" charset="-120"/>
              </a:rPr>
              <a:t>Vowel sound → </a:t>
            </a:r>
            <a:pPr algn="l" indent="0" marL="0">
              <a:lnSpc>
                <a:spcPts val="2240"/>
              </a:lnSpc>
              <a:buNone/>
            </a:pPr>
            <a:r>
              <a:rPr lang="en-US" sz="1600" b="1" dirty="0">
                <a:solidFill>
                  <a:srgbClr val="8DB0F5"/>
                </a:solidFill>
                <a:latin typeface="Arial" pitchFamily="34" charset="0"/>
                <a:ea typeface="Arial" pitchFamily="34" charset="-122"/>
                <a:cs typeface="Arial" pitchFamily="34" charset="-120"/>
              </a:rPr>
              <a:t>an</a:t>
            </a:r>
            <a:pPr algn="l" indent="0" marL="0">
              <a:lnSpc>
                <a:spcPts val="2240"/>
              </a:lnSpc>
              <a:buNone/>
            </a:pPr>
            <a:r>
              <a:rPr lang="en-US" sz="1600" dirty="0">
                <a:solidFill>
                  <a:srgbClr val="C9D1DE"/>
                </a:solidFill>
                <a:latin typeface="Arial" pitchFamily="34" charset="0"/>
                <a:ea typeface="Arial" pitchFamily="34" charset="-122"/>
                <a:cs typeface="Arial" pitchFamily="34" charset="-120"/>
              </a:rPr>
              <a:t>. Consonant sound → </a:t>
            </a:r>
            <a:pPr algn="l" indent="0" marL="0">
              <a:lnSpc>
                <a:spcPts val="2240"/>
              </a:lnSpc>
              <a:buNone/>
            </a:pPr>
            <a:r>
              <a:rPr lang="en-US" sz="1600" b="1" dirty="0">
                <a:solidFill>
                  <a:srgbClr val="8DB0F5"/>
                </a:solidFill>
                <a:latin typeface="Arial" pitchFamily="34" charset="0"/>
                <a:ea typeface="Arial" pitchFamily="34" charset="-122"/>
                <a:cs typeface="Arial" pitchFamily="34" charset="-120"/>
              </a:rPr>
              <a:t>a</a:t>
            </a:r>
            <a:pPr algn="l" indent="0" marL="0">
              <a:lnSpc>
                <a:spcPts val="2240"/>
              </a:lnSpc>
              <a:buNone/>
            </a:pPr>
            <a:r>
              <a:rPr lang="en-US" sz="1600" dirty="0">
                <a:solidFill>
                  <a:srgbClr val="C9D1DE"/>
                </a:solidFill>
                <a:latin typeface="Arial" pitchFamily="34" charset="0"/>
                <a:ea typeface="Arial" pitchFamily="34" charset="-122"/>
                <a:cs typeface="Arial" pitchFamily="34" charset="-120"/>
              </a:rPr>
              <a:t>.</a:t>
            </a:r>
            <a:endParaRPr lang="en-US" sz="1600" dirty="0"/>
          </a:p>
        </p:txBody>
      </p:sp>
      <p:sp>
        <p:nvSpPr>
          <p:cNvPr id="13" name="Text 11"/>
          <p:cNvSpPr txBox="1"/>
          <p:nvPr/>
        </p:nvSpPr>
        <p:spPr>
          <a:xfrm>
            <a:off x="812810" y="5233568"/>
            <a:ext cx="10815798" cy="381030"/>
          </a:xfrm>
          <a:prstGeom prst="rect">
            <a:avLst/>
          </a:prstGeom>
          <a:noFill/>
          <a:ln/>
        </p:spPr>
        <p:txBody>
          <a:bodyPr wrap="square" lIns="0" tIns="0" rIns="0" bIns="0" rtlCol="0" anchor="t"/>
          <a:lstStyle/>
          <a:p>
            <a:pPr algn="l" indent="0" marL="0">
              <a:lnSpc>
                <a:spcPts val="2800"/>
              </a:lnSpc>
              <a:buNone/>
            </a:pPr>
            <a:r>
              <a:rPr lang="en-US" sz="2000" b="1" dirty="0">
                <a:solidFill>
                  <a:srgbClr val="F4A261"/>
                </a:solidFill>
                <a:latin typeface="Arial" pitchFamily="34" charset="0"/>
                <a:ea typeface="Arial" pitchFamily="34" charset="-122"/>
                <a:cs typeface="Arial" pitchFamily="34" charset="-120"/>
              </a:rPr>
              <a:t>Thank you! Any questions?</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Articles: A, An &amp; The</dc:title>
  <dc:subject>English grammar: the articles a, an, the and no article</dc:subject>
  <dc:creator>PptxGenJS</dc:creator>
  <cp:lastModifiedBy>PptxGenJS</cp:lastModifiedBy>
  <cp:revision>1</cp:revision>
  <dcterms:created xsi:type="dcterms:W3CDTF">2026-10-07T02:29:25Z</dcterms:created>
  <dcterms:modified xsi:type="dcterms:W3CDTF">2026-10-07T02:29:25Z</dcterms:modified>
</cp:coreProperties>
</file>